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handoutMasterIdLst>
    <p:handoutMasterId r:id="rId14"/>
  </p:handout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9144000" cy="6858000"/>
  <p:kinsoku lang="zh-CN" invalStChars="!%),.:;?]}¨·ˇˉ་―‖’”…‰∶、。〃々〉》」』】〕〗！＂＇％），．：；？］｀｜｝～￠" invalEndChars="([{·‘“〈《「『【〔〖（．［｛￡￥"/>
  <p:defaultTextStyle>
    <a:defPPr>
      <a:defRPr lang="zh-CN"/>
    </a:defPPr>
    <a:lvl1pPr marL="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1pPr>
    <a:lvl2pPr marL="4572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2pPr>
    <a:lvl3pPr marL="9144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3pPr>
    <a:lvl4pPr marL="13716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4pPr>
    <a:lvl5pPr marL="18288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5pPr>
    <a:lvl6pPr marL="22860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6pPr>
    <a:lvl7pPr marL="27432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7pPr>
    <a:lvl8pPr marL="32004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8pPr>
    <a:lvl9pPr marL="3200400" indent="0" algn="l" defTabSz="914400" eaLnBrk="1" fontAlgn="auto" latinLnBrk="0" hangingPunct="1">
      <a:buNone/>
      <a:defRPr sz="1800" kern="1200">
        <a:solidFill>
          <a:schemeClr val="tx1"/>
        </a:solidFill>
        <a:latin typeface="Droid Sans" charset="0"/>
        <a:ea typeface="SimSun" panose="02010600030101010101" pitchFamily="2" charset="-122"/>
        <a:cs typeface="Droid Sans" charset="0"/>
      </a:defRPr>
    </a:lvl9pPr>
  </p:defaultTextStyle>
  <p:extLst>
    <p:ext uri="{EFAFB233-063F-42B5-8137-9DF3F51BA10A}">
      <p15:sldGuideLst xmlns="" xmlns:p15="http://schemas.microsoft.com/office/powerpoint/2012/main">
        <p15:guide id="1" orient="horz" pos="1616" userDrawn="1">
          <p15:clr>
            <a:srgbClr val="A4A3A4"/>
          </p15:clr>
        </p15:guide>
        <p15:guide id="2" pos="2880" userDrawn="1">
          <p15:clr>
            <a:srgbClr val="A4A3A4"/>
          </p15:clr>
        </p15:guide>
      </p15:sldGuideLst>
    </p:ext>
    <p:ext uri="{2D200454-40CA-4A62-9FC3-DE9A4176ACB9}">
      <p15:notes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8129" autoAdjust="0"/>
    <p:restoredTop sz="87620" autoAdjust="0"/>
  </p:normalViewPr>
  <p:slideViewPr>
    <p:cSldViewPr>
      <p:cViewPr varScale="1">
        <p:scale>
          <a:sx n="85" d="100"/>
          <a:sy n="85" d="100"/>
        </p:scale>
        <p:origin x="-822" y="-84"/>
      </p:cViewPr>
      <p:guideLst>
        <p:guide orient="horz" pos="1616"/>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0" y="0"/>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文本框"/>
          <p:cNvSpPr>
            <a:spLocks noGrp="1"/>
          </p:cNvSpPr>
          <p:nvPr>
            <p:ph type="hdr"/>
          </p:nvPr>
        </p:nvSpPr>
        <p:spPr>
          <a:xfrm>
            <a:off x="0" y="0"/>
            <a:ext cx="3928533" cy="371475"/>
          </a:xfrm>
          <a:prstGeom prst="rect">
            <a:avLst/>
          </a:prstGeom>
          <a:noFill/>
          <a:ln w="12700" cap="flat" cmpd="sng">
            <a:noFill/>
            <a:prstDash val="solid"/>
            <a:miter/>
          </a:ln>
        </p:spPr>
        <p:txBody>
          <a:bodyPr vert="horz" wrap="square" lIns="95571" tIns="47786" rIns="95571" bIns="47786" anchor="t" anchorCtr="0"/>
          <a:lstStyle/>
          <a:p>
            <a:pPr algn="l" eaLnBrk="1" fontAlgn="auto" latinLnBrk="0" hangingPunct="1">
              <a:spcBef>
                <a:spcPts val="0"/>
              </a:spcBef>
              <a:spcAft>
                <a:spcPts val="0"/>
              </a:spcAft>
            </a:pPr>
            <a:endParaRPr lang="zh-CN" altLang="en-US" sz="1300">
              <a:latin typeface="Calibri" panose="020F0502020204030204" charset="0"/>
              <a:ea typeface="SimSun" panose="02010600030101010101" pitchFamily="2" charset="-122"/>
              <a:cs typeface="Calibri" panose="020F0502020204030204" charset="0"/>
            </a:endParaRPr>
          </a:p>
        </p:txBody>
      </p:sp>
      <p:sp>
        <p:nvSpPr>
          <p:cNvPr id="17" name="文本框"/>
          <p:cNvSpPr>
            <a:spLocks noGrp="1"/>
          </p:cNvSpPr>
          <p:nvPr>
            <p:ph type="dt" idx="1"/>
          </p:nvPr>
        </p:nvSpPr>
        <p:spPr>
          <a:xfrm>
            <a:off x="5132918" y="0"/>
            <a:ext cx="3928533" cy="371475"/>
          </a:xfrm>
          <a:prstGeom prst="rect">
            <a:avLst/>
          </a:prstGeom>
          <a:noFill/>
          <a:ln w="12700" cap="flat" cmpd="sng">
            <a:noFill/>
            <a:prstDash val="solid"/>
            <a:miter/>
          </a:ln>
        </p:spPr>
        <p:txBody>
          <a:bodyPr vert="horz" wrap="square" lIns="95571" tIns="47786" rIns="95571" bIns="47786" anchor="t" anchorCtr="0"/>
          <a:lstStyle/>
          <a:p>
            <a:pPr algn="r" eaLnBrk="1" fontAlgn="auto" latinLnBrk="0" hangingPunct="1">
              <a:spcBef>
                <a:spcPts val="0"/>
              </a:spcBef>
              <a:spcAft>
                <a:spcPts val="0"/>
              </a:spcAft>
            </a:pPr>
            <a:fld id="{CAD2D6BD-DE1B-4B5F-8B41-2702339687B9}" type="datetime1">
              <a:rPr lang="en-US" altLang="zh-CN" sz="1300">
                <a:latin typeface="Calibri" panose="020F0502020204030204" charset="0"/>
                <a:ea typeface="SimSun" panose="02010600030101010101" pitchFamily="2" charset="-122"/>
                <a:cs typeface="Calibri" panose="020F0502020204030204" charset="0"/>
              </a:rPr>
              <a:pPr algn="r" eaLnBrk="1" fontAlgn="auto" latinLnBrk="0" hangingPunct="1">
                <a:spcBef>
                  <a:spcPts val="0"/>
                </a:spcBef>
                <a:spcAft>
                  <a:spcPts val="0"/>
                </a:spcAft>
              </a:pPr>
              <a:t>9/17/2025</a:t>
            </a:fld>
            <a:endParaRPr lang="zh-CN" altLang="en-US" sz="1300">
              <a:latin typeface="Calibri" panose="020F0502020204030204" charset="0"/>
              <a:ea typeface="SimSun" panose="02010600030101010101" pitchFamily="2" charset="-122"/>
              <a:cs typeface="Calibri" panose="020F0502020204030204" charset="0"/>
            </a:endParaRPr>
          </a:p>
        </p:txBody>
      </p:sp>
      <p:sp>
        <p:nvSpPr>
          <p:cNvPr id="18" name="文本框"/>
          <p:cNvSpPr>
            <a:spLocks noGrp="1"/>
          </p:cNvSpPr>
          <p:nvPr>
            <p:ph type="ftr" idx="2"/>
          </p:nvPr>
        </p:nvSpPr>
        <p:spPr>
          <a:xfrm>
            <a:off x="0" y="7072313"/>
            <a:ext cx="3928533" cy="371475"/>
          </a:xfrm>
          <a:prstGeom prst="rect">
            <a:avLst/>
          </a:prstGeom>
          <a:noFill/>
          <a:ln w="12700" cap="flat" cmpd="sng">
            <a:noFill/>
            <a:prstDash val="solid"/>
            <a:miter/>
          </a:ln>
        </p:spPr>
        <p:txBody>
          <a:bodyPr vert="horz" wrap="square" lIns="95571" tIns="47786" rIns="95571" bIns="47786" anchor="b" anchorCtr="0"/>
          <a:lstStyle/>
          <a:p>
            <a:pPr algn="l" eaLnBrk="1" fontAlgn="auto" latinLnBrk="0" hangingPunct="1">
              <a:spcBef>
                <a:spcPts val="0"/>
              </a:spcBef>
              <a:spcAft>
                <a:spcPts val="0"/>
              </a:spcAft>
            </a:pPr>
            <a:endParaRPr lang="zh-CN" altLang="en-US" sz="1300">
              <a:latin typeface="Calibri" panose="020F0502020204030204" charset="0"/>
              <a:ea typeface="SimSun" panose="02010600030101010101" pitchFamily="2" charset="-122"/>
              <a:cs typeface="Calibri" panose="020F0502020204030204" charset="0"/>
            </a:endParaRPr>
          </a:p>
        </p:txBody>
      </p:sp>
      <p:sp>
        <p:nvSpPr>
          <p:cNvPr id="19" name="文本框"/>
          <p:cNvSpPr>
            <a:spLocks noGrp="1"/>
          </p:cNvSpPr>
          <p:nvPr>
            <p:ph type="sldNum" idx="3"/>
          </p:nvPr>
        </p:nvSpPr>
        <p:spPr>
          <a:xfrm>
            <a:off x="5132918" y="7072313"/>
            <a:ext cx="3928533" cy="371475"/>
          </a:xfrm>
          <a:prstGeom prst="rect">
            <a:avLst/>
          </a:prstGeom>
          <a:noFill/>
          <a:ln w="12700" cap="flat" cmpd="sng">
            <a:noFill/>
            <a:prstDash val="solid"/>
            <a:miter/>
          </a:ln>
        </p:spPr>
        <p:txBody>
          <a:bodyPr vert="horz" wrap="square" lIns="95571" tIns="47786" rIns="95571" bIns="47786" anchor="b" anchorCtr="0"/>
          <a:lstStyle/>
          <a:p>
            <a:pPr algn="r" eaLnBrk="1" latinLnBrk="0" hangingPunct="1"/>
            <a:fld id="{CAD2D6BD-DE1B-4B5F-8B41-2702339687B9}" type="slidenum">
              <a:rPr lang="en-US" altLang="zh-CN" sz="13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pPr algn="r" eaLnBrk="1" latinLnBrk="0" hangingPunct="1"/>
              <a:t>‹#›</a:t>
            </a:fld>
            <a:endParaRPr lang="zh-CN" altLang="en-US" sz="1300">
              <a:latin typeface="Calibri" panose="020F0502020204030204" charset="0"/>
              <a:ea typeface="SimSun" panose="02010600030101010101" pitchFamily="2" charset="-122"/>
              <a:cs typeface="Calibri" panose="020F0502020204030204" charset="0"/>
            </a:endParaRPr>
          </a:p>
        </p:txBody>
      </p:sp>
    </p:spTree>
    <p:extLst>
      <p:ext uri="{BB962C8B-B14F-4D97-AF65-F5344CB8AC3E}">
        <p14:creationId xmlns="" xmlns:p14="http://schemas.microsoft.com/office/powerpoint/2010/main" val="16423327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文本框"/>
          <p:cNvSpPr>
            <a:spLocks noGrp="1"/>
          </p:cNvSpPr>
          <p:nvPr>
            <p:ph type="sldNum" idx="5"/>
          </p:nvPr>
        </p:nvSpPr>
        <p:spPr>
          <a:xfrm>
            <a:off x="5132918" y="7072313"/>
            <a:ext cx="3928533" cy="371475"/>
          </a:xfrm>
          <a:prstGeom prst="rect">
            <a:avLst/>
          </a:prstGeom>
          <a:noFill/>
          <a:ln w="12700" cap="flat" cmpd="sng">
            <a:noFill/>
            <a:prstDash val="solid"/>
            <a:miter/>
          </a:ln>
        </p:spPr>
        <p:txBody>
          <a:bodyPr vert="horz" wrap="square" lIns="95571" tIns="47786" rIns="95571" bIns="47786" anchor="b" anchorCtr="0"/>
          <a:lstStyle/>
          <a:p>
            <a:pPr algn="r" eaLnBrk="1" latinLnBrk="0" hangingPunct="1"/>
            <a:fld id="{CAD2D6BD-DE1B-4B5F-8B41-2702339687B9}" type="slidenum">
              <a:rPr lang="en-US" altLang="zh-CN" sz="13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pPr algn="r" eaLnBrk="1" latinLnBrk="0" hangingPunct="1"/>
              <a:t>‹#›</a:t>
            </a:fld>
            <a:endParaRPr lang="zh-CN" altLang="en-US" sz="1300">
              <a:latin typeface="Calibri" panose="020F0502020204030204" charset="0"/>
              <a:ea typeface="SimSun" panose="02010600030101010101" pitchFamily="2" charset="-122"/>
              <a:cs typeface="Calibri" panose="020F0502020204030204" charset="0"/>
            </a:endParaRPr>
          </a:p>
        </p:txBody>
      </p:sp>
      <p:sp>
        <p:nvSpPr>
          <p:cNvPr id="10" name="文本框"/>
          <p:cNvSpPr>
            <a:spLocks noGrp="1"/>
          </p:cNvSpPr>
          <p:nvPr>
            <p:ph type="hdr"/>
          </p:nvPr>
        </p:nvSpPr>
        <p:spPr>
          <a:xfrm>
            <a:off x="0" y="0"/>
            <a:ext cx="3928533" cy="371475"/>
          </a:xfrm>
          <a:prstGeom prst="rect">
            <a:avLst/>
          </a:prstGeom>
          <a:noFill/>
          <a:ln w="12700" cap="flat" cmpd="sng">
            <a:noFill/>
            <a:prstDash val="solid"/>
            <a:miter/>
          </a:ln>
        </p:spPr>
        <p:txBody>
          <a:bodyPr vert="horz" wrap="square" lIns="95571" tIns="47786" rIns="95571" bIns="47786" anchor="t" anchorCtr="0"/>
          <a:lstStyle/>
          <a:p>
            <a:pPr algn="l" eaLnBrk="1" fontAlgn="auto" latinLnBrk="0" hangingPunct="1">
              <a:spcBef>
                <a:spcPts val="0"/>
              </a:spcBef>
              <a:spcAft>
                <a:spcPts val="0"/>
              </a:spcAft>
            </a:pPr>
            <a:endParaRPr lang="zh-CN" altLang="en-US" sz="1300">
              <a:latin typeface="Calibri" panose="020F0502020204030204" charset="0"/>
              <a:ea typeface="SimSun" panose="02010600030101010101" pitchFamily="2" charset="-122"/>
              <a:cs typeface="Calibri" panose="020F0502020204030204" charset="0"/>
            </a:endParaRPr>
          </a:p>
        </p:txBody>
      </p:sp>
      <p:sp>
        <p:nvSpPr>
          <p:cNvPr id="11" name="文本框"/>
          <p:cNvSpPr>
            <a:spLocks noGrp="1"/>
          </p:cNvSpPr>
          <p:nvPr>
            <p:ph type="dt" idx="1"/>
          </p:nvPr>
        </p:nvSpPr>
        <p:spPr>
          <a:xfrm>
            <a:off x="5132918" y="0"/>
            <a:ext cx="3928533" cy="371475"/>
          </a:xfrm>
          <a:prstGeom prst="rect">
            <a:avLst/>
          </a:prstGeom>
          <a:noFill/>
          <a:ln w="12700" cap="flat" cmpd="sng">
            <a:noFill/>
            <a:prstDash val="solid"/>
            <a:miter/>
          </a:ln>
        </p:spPr>
        <p:txBody>
          <a:bodyPr vert="horz" wrap="square" lIns="95571" tIns="47786" rIns="95571" bIns="47786" anchor="t" anchorCtr="0"/>
          <a:lstStyle/>
          <a:p>
            <a:pPr algn="r" eaLnBrk="1" fontAlgn="auto" latinLnBrk="0" hangingPunct="1">
              <a:spcBef>
                <a:spcPts val="0"/>
              </a:spcBef>
              <a:spcAft>
                <a:spcPts val="0"/>
              </a:spcAft>
            </a:pPr>
            <a:fld id="{CAD2D6BD-DE1B-4B5F-8B41-2702339687B9}" type="datetime1">
              <a:rPr lang="en-US" altLang="zh-CN" sz="1300">
                <a:latin typeface="Calibri" panose="020F0502020204030204" charset="0"/>
                <a:ea typeface="SimSun" panose="02010600030101010101" pitchFamily="2" charset="-122"/>
                <a:cs typeface="Calibri" panose="020F0502020204030204" charset="0"/>
              </a:rPr>
              <a:pPr algn="r" eaLnBrk="1" fontAlgn="auto" latinLnBrk="0" hangingPunct="1">
                <a:spcBef>
                  <a:spcPts val="0"/>
                </a:spcBef>
                <a:spcAft>
                  <a:spcPts val="0"/>
                </a:spcAft>
              </a:pPr>
              <a:t>9/17/2025</a:t>
            </a:fld>
            <a:endParaRPr lang="zh-CN" altLang="en-US" sz="1300">
              <a:latin typeface="Calibri" panose="020F0502020204030204" charset="0"/>
              <a:ea typeface="SimSun" panose="02010600030101010101" pitchFamily="2" charset="-122"/>
              <a:cs typeface="Calibri" panose="020F0502020204030204" charset="0"/>
            </a:endParaRPr>
          </a:p>
        </p:txBody>
      </p:sp>
      <p:sp>
        <p:nvSpPr>
          <p:cNvPr id="12" name="对象"/>
          <p:cNvSpPr>
            <a:spLocks noGrp="1" noRot="1" noChangeAspect="1"/>
          </p:cNvSpPr>
          <p:nvPr>
            <p:ph type="sldImg" idx="2"/>
          </p:nvPr>
        </p:nvSpPr>
        <p:spPr>
          <a:xfrm>
            <a:off x="2052638" y="560388"/>
            <a:ext cx="4957762" cy="2789237"/>
          </a:xfrm>
          <a:prstGeom prst="rect">
            <a:avLst/>
          </a:prstGeom>
          <a:noFill/>
          <a:ln w="12700" cap="flat" cmpd="sng">
            <a:solidFill>
              <a:srgbClr val="000000"/>
            </a:solidFill>
            <a:prstDash val="solid"/>
            <a:round/>
          </a:ln>
        </p:spPr>
      </p:sp>
      <p:sp>
        <p:nvSpPr>
          <p:cNvPr id="13" name="文本框"/>
          <p:cNvSpPr>
            <a:spLocks noGrp="1"/>
          </p:cNvSpPr>
          <p:nvPr>
            <p:ph type="body" idx="3"/>
          </p:nvPr>
        </p:nvSpPr>
        <p:spPr>
          <a:xfrm>
            <a:off x="905934" y="3536156"/>
            <a:ext cx="7251700" cy="3349229"/>
          </a:xfrm>
          <a:prstGeom prst="rect">
            <a:avLst/>
          </a:prstGeom>
          <a:noFill/>
          <a:ln w="12700" cap="flat" cmpd="sng">
            <a:noFill/>
            <a:prstDash val="solid"/>
            <a:miter/>
          </a:ln>
        </p:spPr>
        <p:txBody>
          <a:bodyPr vert="horz" wrap="square" lIns="95571" tIns="47786" rIns="95571" bIns="47786" anchor="t" anchorCtr="0"/>
          <a:lstStyle/>
          <a:p>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sp>
        <p:nvSpPr>
          <p:cNvPr id="14" name="文本框"/>
          <p:cNvSpPr>
            <a:spLocks noGrp="1"/>
          </p:cNvSpPr>
          <p:nvPr>
            <p:ph type="ftr" idx="4"/>
          </p:nvPr>
        </p:nvSpPr>
        <p:spPr>
          <a:xfrm>
            <a:off x="0" y="7072313"/>
            <a:ext cx="3928533" cy="371475"/>
          </a:xfrm>
          <a:prstGeom prst="rect">
            <a:avLst/>
          </a:prstGeom>
          <a:noFill/>
          <a:ln w="12700" cap="flat" cmpd="sng">
            <a:noFill/>
            <a:prstDash val="solid"/>
            <a:miter/>
          </a:ln>
        </p:spPr>
        <p:txBody>
          <a:bodyPr vert="horz" wrap="square" lIns="95571" tIns="47786" rIns="95571" bIns="47786" anchor="b" anchorCtr="0"/>
          <a:lstStyle/>
          <a:p>
            <a:pPr algn="l" eaLnBrk="1" fontAlgn="auto" latinLnBrk="0" hangingPunct="1">
              <a:spcBef>
                <a:spcPts val="0"/>
              </a:spcBef>
              <a:spcAft>
                <a:spcPts val="0"/>
              </a:spcAft>
            </a:pPr>
            <a:endParaRPr lang="zh-CN" altLang="en-US" sz="1300">
              <a:latin typeface="Calibri" panose="020F0502020204030204" charset="0"/>
              <a:ea typeface="SimSun" panose="02010600030101010101" pitchFamily="2" charset="-122"/>
              <a:cs typeface="Calibri" panose="020F0502020204030204" charset="0"/>
            </a:endParaRPr>
          </a:p>
        </p:txBody>
      </p:sp>
    </p:spTree>
    <p:extLst>
      <p:ext uri="{BB962C8B-B14F-4D97-AF65-F5344CB8AC3E}">
        <p14:creationId xmlns="" xmlns:p14="http://schemas.microsoft.com/office/powerpoint/2010/main" val="2316254173"/>
      </p:ext>
    </p:extLst>
  </p:cSld>
  <p:clrMap bg1="lt1" tx1="dk1" bg2="lt2" tx2="dk2" accent1="accent1" accent2="accent2" accent3="accent3" accent4="accent4" accent5="accent5" accent6="accent6" hlink="hlink" folHlink="folHlink"/>
  <p:hf hdr="0" ftr="0" dt="0"/>
  <p:notesStyle>
    <a:lvl1pPr marL="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1pPr>
    <a:lvl2pPr marL="4572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2pPr>
    <a:lvl3pPr marL="9144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3pPr>
    <a:lvl4pPr marL="13716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4pPr>
    <a:lvl5pPr marL="1828800" indent="0" algn="l" defTabSz="914400" eaLnBrk="0" fontAlgn="base" hangingPunct="0">
      <a:lnSpc>
        <a:spcPct val="100000"/>
      </a:lnSpc>
      <a:spcBef>
        <a:spcPct val="3000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5pPr>
    <a:lvl6pPr marL="2286000" indent="0" algn="l" defTabSz="914400" fontAlgn="auto"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6pPr>
    <a:lvl7pPr marL="2743200" indent="0" algn="l" defTabSz="914400" fontAlgn="auto"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7pPr>
    <a:lvl8pPr marL="3200400" indent="0" algn="l" defTabSz="914400" fontAlgn="auto"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8pPr>
    <a:lvl9pPr marL="3200400" indent="0" algn="l" defTabSz="914400" fontAlgn="auto" hangingPunct="1">
      <a:lnSpc>
        <a:spcPct val="100000"/>
      </a:lnSpc>
      <a:spcBef>
        <a:spcPts val="0"/>
      </a:spcBef>
      <a:spcAft>
        <a:spcPts val="0"/>
      </a:spcAft>
      <a:buNone/>
      <a:defRPr sz="12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5" name="文本框"/>
          <p:cNvSpPr>
            <a:spLocks noGrp="1"/>
          </p:cNvSpPr>
          <p:nvPr>
            <p:ph type="sldNum" idx="5"/>
          </p:nvPr>
        </p:nvSpPr>
        <p:spPr>
          <a:xfrm>
            <a:off x="5132918" y="7072313"/>
            <a:ext cx="3928533" cy="371475"/>
          </a:xfrm>
          <a:prstGeom prst="rect">
            <a:avLst/>
          </a:prstGeom>
          <a:noFill/>
          <a:ln w="12700" cap="flat" cmpd="sng">
            <a:noFill/>
            <a:prstDash val="solid"/>
            <a:miter/>
          </a:ln>
        </p:spPr>
        <p:txBody>
          <a:bodyPr vert="horz" wrap="square" lIns="95571" tIns="47786" rIns="95571" bIns="47786" anchor="b" anchorCtr="0"/>
          <a:lstStyle/>
          <a:p>
            <a:pPr algn="r" eaLnBrk="1" latinLnBrk="0" hangingPunct="1"/>
            <a:fld id="{CAD2D6BD-DE1B-4B5F-8B41-2702339687B9}" type="slidenum">
              <a:rPr lang="en-US" altLang="zh-CN" sz="13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pPr algn="r" eaLnBrk="1" latinLnBrk="0" hangingPunct="1"/>
              <a:t>1</a:t>
            </a:fld>
            <a:endParaRPr lang="zh-CN" altLang="en-US" sz="13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5" name="文本框"/>
          <p:cNvSpPr>
            <a:spLocks noGrp="1"/>
          </p:cNvSpPr>
          <p:nvPr>
            <p:ph type="sldNum" idx="5"/>
          </p:nvPr>
        </p:nvSpPr>
        <p:spPr>
          <a:xfrm>
            <a:off x="5132918" y="7072313"/>
            <a:ext cx="3928533" cy="371475"/>
          </a:xfrm>
          <a:prstGeom prst="rect">
            <a:avLst/>
          </a:prstGeom>
          <a:noFill/>
          <a:ln w="12700" cap="flat" cmpd="sng">
            <a:noFill/>
            <a:prstDash val="solid"/>
            <a:miter/>
          </a:ln>
        </p:spPr>
        <p:txBody>
          <a:bodyPr vert="horz" wrap="square" lIns="95571" tIns="47786" rIns="95571" bIns="47786" anchor="b" anchorCtr="0"/>
          <a:lstStyle/>
          <a:p>
            <a:pPr algn="r" eaLnBrk="1" latinLnBrk="0" hangingPunct="1"/>
            <a:fld id="{CAD2D6BD-DE1B-4B5F-8B41-2702339687B9}" type="slidenum">
              <a:rPr lang="en-US" altLang="zh-CN" sz="13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pPr algn="r" eaLnBrk="1" latinLnBrk="0" hangingPunct="1"/>
              <a:t>2</a:t>
            </a:fld>
            <a:endParaRPr lang="zh-CN" altLang="en-US" sz="13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文本框"/>
          <p:cNvSpPr>
            <a:spLocks noGrp="1"/>
          </p:cNvSpPr>
          <p:nvPr>
            <p:ph type="sldNum" idx="5"/>
          </p:nvPr>
        </p:nvSpPr>
        <p:spPr>
          <a:xfrm>
            <a:off x="5132918" y="7072313"/>
            <a:ext cx="3928533" cy="371475"/>
          </a:xfrm>
          <a:prstGeom prst="rect">
            <a:avLst/>
          </a:prstGeom>
          <a:noFill/>
          <a:ln w="12700" cap="flat" cmpd="sng">
            <a:noFill/>
            <a:prstDash val="solid"/>
            <a:miter/>
          </a:ln>
        </p:spPr>
        <p:txBody>
          <a:bodyPr vert="horz" wrap="square" lIns="95571" tIns="47786" rIns="95571" bIns="47786" anchor="b" anchorCtr="0"/>
          <a:lstStyle/>
          <a:p>
            <a:pPr algn="r" eaLnBrk="1" latinLnBrk="0" hangingPunct="1"/>
            <a:fld id="{CAD2D6BD-DE1B-4B5F-8B41-2702339687B9}" type="slidenum">
              <a:rPr lang="en-US" altLang="zh-CN" sz="13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pPr algn="r" eaLnBrk="1" latinLnBrk="0" hangingPunct="1"/>
              <a:t>3</a:t>
            </a:fld>
            <a:endParaRPr lang="zh-CN" altLang="en-US" sz="1300">
              <a:latin typeface="Calibri" panose="020F0502020204030204" charset="0"/>
              <a:ea typeface="SimSun" panose="02010600030101010101" pitchFamily="2" charset="-122"/>
              <a:cs typeface="Calibri" panose="020F0502020204030204" charset="0"/>
            </a:endParaRPr>
          </a:p>
        </p:txBody>
      </p:sp>
      <p:sp>
        <p:nvSpPr>
          <p:cNvPr id="48" name="对象"/>
          <p:cNvSpPr>
            <a:spLocks noGrp="1" noRot="1" noChangeAspect="1"/>
          </p:cNvSpPr>
          <p:nvPr>
            <p:ph type="sldImg"/>
          </p:nvPr>
        </p:nvSpPr>
        <p:spPr>
          <a:xfrm>
            <a:off x="2052638" y="560388"/>
            <a:ext cx="4957762" cy="2789237"/>
          </a:xfrm>
          <a:prstGeom prst="rect">
            <a:avLst/>
          </a:prstGeom>
          <a:noFill/>
          <a:ln w="12700" cap="flat" cmpd="sng">
            <a:noFill/>
            <a:prstDash val="solid"/>
            <a:miter/>
          </a:ln>
        </p:spPr>
      </p:sp>
      <p:sp>
        <p:nvSpPr>
          <p:cNvPr id="49" name="文本框"/>
          <p:cNvSpPr>
            <a:spLocks noGrp="1"/>
          </p:cNvSpPr>
          <p:nvPr>
            <p:ph type="body" idx="1"/>
          </p:nvPr>
        </p:nvSpPr>
        <p:spPr>
          <a:xfrm>
            <a:off x="905934" y="3536156"/>
            <a:ext cx="7251700" cy="3349229"/>
          </a:xfrm>
          <a:prstGeom prst="rect">
            <a:avLst/>
          </a:prstGeom>
          <a:noFill/>
          <a:ln w="12700" cap="flat" cmpd="sng">
            <a:noFill/>
            <a:prstDash val="solid"/>
            <a:miter/>
          </a:ln>
        </p:spPr>
        <p:txBody>
          <a:bodyPr vert="horz" wrap="square" lIns="91440" tIns="45720" rIns="91440" bIns="45720" anchor="t" anchorCtr="0"/>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a:xfrm>
            <a:off x="2051050" y="560388"/>
            <a:ext cx="4960938" cy="2790825"/>
          </a:xfrm>
        </p:spPr>
      </p:sp>
      <p:sp>
        <p:nvSpPr>
          <p:cNvPr id="3" name="文本框"/>
          <p:cNvSpPr>
            <a:spLocks noGrp="1"/>
          </p:cNvSpPr>
          <p:nvPr>
            <p:ph type="body" idx="1"/>
          </p:nvPr>
        </p:nvSpPr>
        <p:spPr/>
        <p:txBody>
          <a:bodyPr/>
          <a:lstStyle/>
          <a:p>
            <a:endParaRPr lang="zh-CN" altLang="en-US"/>
          </a:p>
        </p:txBody>
      </p:sp>
      <p:sp>
        <p:nvSpPr>
          <p:cNvPr id="15" name="文本框"/>
          <p:cNvSpPr>
            <a:spLocks noGrp="1"/>
          </p:cNvSpPr>
          <p:nvPr>
            <p:ph type="sldNum" idx="5"/>
          </p:nvPr>
        </p:nvSpPr>
        <p:spPr>
          <a:xfrm>
            <a:off x="5132918" y="7072313"/>
            <a:ext cx="3928533" cy="371475"/>
          </a:xfrm>
          <a:prstGeom prst="rect">
            <a:avLst/>
          </a:prstGeom>
          <a:noFill/>
          <a:ln w="12700" cap="flat" cmpd="sng">
            <a:noFill/>
            <a:prstDash val="solid"/>
            <a:miter/>
          </a:ln>
        </p:spPr>
        <p:txBody>
          <a:bodyPr vert="horz" wrap="square" lIns="95571" tIns="47786" rIns="95571" bIns="47786" anchor="b" anchorCtr="0"/>
          <a:lstStyle/>
          <a:p>
            <a:pPr algn="r" eaLnBrk="1" latinLnBrk="0" hangingPunct="1"/>
            <a:fld id="{CAD2D6BD-DE1B-4B5F-8B41-2702339687B9}" type="slidenum">
              <a:rPr lang="en-US" altLang="zh-CN" sz="13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pPr algn="r" eaLnBrk="1" latinLnBrk="0" hangingPunct="1"/>
              <a:t>4</a:t>
            </a:fld>
            <a:endParaRPr lang="zh-CN" altLang="en-US" sz="13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5" name="文本框"/>
          <p:cNvSpPr>
            <a:spLocks noGrp="1"/>
          </p:cNvSpPr>
          <p:nvPr>
            <p:ph type="sldNum" idx="5"/>
          </p:nvPr>
        </p:nvSpPr>
        <p:spPr>
          <a:xfrm>
            <a:off x="5132918" y="7072313"/>
            <a:ext cx="3928533" cy="371475"/>
          </a:xfrm>
          <a:prstGeom prst="rect">
            <a:avLst/>
          </a:prstGeom>
          <a:noFill/>
          <a:ln w="12700" cap="flat" cmpd="sng">
            <a:noFill/>
            <a:prstDash val="solid"/>
            <a:miter/>
          </a:ln>
        </p:spPr>
        <p:txBody>
          <a:bodyPr vert="horz" wrap="square" lIns="95571" tIns="47786" rIns="95571" bIns="47786" anchor="b" anchorCtr="0"/>
          <a:lstStyle/>
          <a:p>
            <a:pPr algn="r" eaLnBrk="1" latinLnBrk="0" hangingPunct="1"/>
            <a:fld id="{CAD2D6BD-DE1B-4B5F-8B41-2702339687B9}" type="slidenum">
              <a:rPr lang="en-US" altLang="zh-CN" sz="13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pPr algn="r" eaLnBrk="1" latinLnBrk="0" hangingPunct="1"/>
              <a:t>5</a:t>
            </a:fld>
            <a:endParaRPr lang="zh-CN" altLang="en-US" sz="13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5" name="文本框"/>
          <p:cNvSpPr>
            <a:spLocks noGrp="1"/>
          </p:cNvSpPr>
          <p:nvPr>
            <p:ph type="sldNum" idx="5"/>
          </p:nvPr>
        </p:nvSpPr>
        <p:spPr>
          <a:xfrm>
            <a:off x="5132918" y="7072313"/>
            <a:ext cx="3928533" cy="371475"/>
          </a:xfrm>
          <a:prstGeom prst="rect">
            <a:avLst/>
          </a:prstGeom>
          <a:noFill/>
          <a:ln w="12700" cap="flat" cmpd="sng">
            <a:noFill/>
            <a:prstDash val="solid"/>
            <a:miter/>
          </a:ln>
        </p:spPr>
        <p:txBody>
          <a:bodyPr vert="horz" wrap="square" lIns="95571" tIns="47786" rIns="95571" bIns="47786" anchor="b" anchorCtr="0"/>
          <a:lstStyle/>
          <a:p>
            <a:pPr algn="r" eaLnBrk="1" latinLnBrk="0" hangingPunct="1"/>
            <a:fld id="{CAD2D6BD-DE1B-4B5F-8B41-2702339687B9}" type="slidenum">
              <a:rPr lang="en-US" altLang="zh-CN" sz="13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pPr algn="r" eaLnBrk="1" latinLnBrk="0" hangingPunct="1"/>
              <a:t>6</a:t>
            </a:fld>
            <a:endParaRPr lang="zh-CN" altLang="en-US" sz="13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5" name="文本框"/>
          <p:cNvSpPr>
            <a:spLocks noGrp="1"/>
          </p:cNvSpPr>
          <p:nvPr>
            <p:ph type="sldNum" idx="5"/>
          </p:nvPr>
        </p:nvSpPr>
        <p:spPr>
          <a:xfrm>
            <a:off x="5132918" y="7072313"/>
            <a:ext cx="3928533" cy="371475"/>
          </a:xfrm>
          <a:prstGeom prst="rect">
            <a:avLst/>
          </a:prstGeom>
          <a:noFill/>
          <a:ln w="12700" cap="flat" cmpd="sng">
            <a:noFill/>
            <a:prstDash val="solid"/>
            <a:miter/>
          </a:ln>
        </p:spPr>
        <p:txBody>
          <a:bodyPr vert="horz" wrap="square" lIns="95571" tIns="47786" rIns="95571" bIns="47786" anchor="b" anchorCtr="0"/>
          <a:lstStyle/>
          <a:p>
            <a:pPr algn="r" eaLnBrk="1" latinLnBrk="0" hangingPunct="1"/>
            <a:fld id="{CAD2D6BD-DE1B-4B5F-8B41-2702339687B9}" type="slidenum">
              <a:rPr lang="en-US" altLang="zh-CN" sz="13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pPr algn="r" eaLnBrk="1" latinLnBrk="0" hangingPunct="1"/>
              <a:t>7</a:t>
            </a:fld>
            <a:endParaRPr lang="zh-CN" altLang="en-US" sz="13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a:xfrm>
            <a:off x="2051050" y="560388"/>
            <a:ext cx="4960938" cy="2790825"/>
          </a:xfrm>
        </p:spPr>
      </p:sp>
      <p:sp>
        <p:nvSpPr>
          <p:cNvPr id="3" name="文本框"/>
          <p:cNvSpPr>
            <a:spLocks noGrp="1"/>
          </p:cNvSpPr>
          <p:nvPr>
            <p:ph type="body" idx="1"/>
          </p:nvPr>
        </p:nvSpPr>
        <p:spPr/>
        <p:txBody>
          <a:bodyPr/>
          <a:lstStyle/>
          <a:p>
            <a:endParaRPr lang="zh-CN" altLang="en-US"/>
          </a:p>
        </p:txBody>
      </p:sp>
      <p:sp>
        <p:nvSpPr>
          <p:cNvPr id="15" name="文本框"/>
          <p:cNvSpPr>
            <a:spLocks noGrp="1"/>
          </p:cNvSpPr>
          <p:nvPr>
            <p:ph type="sldNum" idx="5"/>
          </p:nvPr>
        </p:nvSpPr>
        <p:spPr>
          <a:xfrm>
            <a:off x="5132918" y="7072313"/>
            <a:ext cx="3928533" cy="371475"/>
          </a:xfrm>
          <a:prstGeom prst="rect">
            <a:avLst/>
          </a:prstGeom>
          <a:noFill/>
          <a:ln w="12700" cap="flat" cmpd="sng">
            <a:noFill/>
            <a:prstDash val="solid"/>
            <a:miter/>
          </a:ln>
        </p:spPr>
        <p:txBody>
          <a:bodyPr vert="horz" wrap="square" lIns="95571" tIns="47786" rIns="95571" bIns="47786" anchor="b" anchorCtr="0"/>
          <a:lstStyle/>
          <a:p>
            <a:pPr algn="r" eaLnBrk="1" latinLnBrk="0" hangingPunct="1"/>
            <a:fld id="{CAD2D6BD-DE1B-4B5F-8B41-2702339687B9}" type="slidenum">
              <a:rPr lang="en-US" altLang="zh-CN" sz="13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pPr algn="r" eaLnBrk="1" latinLnBrk="0" hangingPunct="1"/>
              <a:t>8</a:t>
            </a:fld>
            <a:endParaRPr lang="zh-CN" altLang="en-US" sz="13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a:xfrm>
            <a:off x="2051050" y="560388"/>
            <a:ext cx="4960938" cy="2790825"/>
          </a:xfrm>
        </p:spPr>
      </p:sp>
      <p:sp>
        <p:nvSpPr>
          <p:cNvPr id="3" name="文本框"/>
          <p:cNvSpPr>
            <a:spLocks noGrp="1"/>
          </p:cNvSpPr>
          <p:nvPr>
            <p:ph type="body" idx="1"/>
          </p:nvPr>
        </p:nvSpPr>
        <p:spPr/>
        <p:txBody>
          <a:bodyPr/>
          <a:lstStyle/>
          <a:p>
            <a:endParaRPr lang="zh-CN" altLang="en-US"/>
          </a:p>
        </p:txBody>
      </p:sp>
      <p:sp>
        <p:nvSpPr>
          <p:cNvPr id="15" name="文本框"/>
          <p:cNvSpPr>
            <a:spLocks noGrp="1"/>
          </p:cNvSpPr>
          <p:nvPr>
            <p:ph type="sldNum" idx="5"/>
          </p:nvPr>
        </p:nvSpPr>
        <p:spPr>
          <a:xfrm>
            <a:off x="5132918" y="7072313"/>
            <a:ext cx="3928533" cy="371475"/>
          </a:xfrm>
          <a:prstGeom prst="rect">
            <a:avLst/>
          </a:prstGeom>
          <a:noFill/>
          <a:ln w="12700" cap="flat" cmpd="sng">
            <a:noFill/>
            <a:prstDash val="solid"/>
            <a:miter/>
          </a:ln>
        </p:spPr>
        <p:txBody>
          <a:bodyPr vert="horz" wrap="square" lIns="95571" tIns="47786" rIns="95571" bIns="47786" anchor="b" anchorCtr="0"/>
          <a:lstStyle/>
          <a:p>
            <a:pPr algn="r" eaLnBrk="1" latinLnBrk="0" hangingPunct="1"/>
            <a:fld id="{CAD2D6BD-DE1B-4B5F-8B41-2702339687B9}" type="slidenum">
              <a:rPr lang="en-US" altLang="zh-CN" sz="13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pPr algn="r" eaLnBrk="1" latinLnBrk="0" hangingPunct="1"/>
              <a:t>9</a:t>
            </a:fld>
            <a:endParaRPr lang="zh-CN" altLang="en-US" sz="13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5" name="文本框"/>
          <p:cNvSpPr>
            <a:spLocks noGrp="1"/>
          </p:cNvSpPr>
          <p:nvPr>
            <p:ph type="sldNum" idx="5"/>
          </p:nvPr>
        </p:nvSpPr>
        <p:spPr>
          <a:xfrm>
            <a:off x="5132918" y="7072313"/>
            <a:ext cx="3928533" cy="371475"/>
          </a:xfrm>
          <a:prstGeom prst="rect">
            <a:avLst/>
          </a:prstGeom>
          <a:noFill/>
          <a:ln w="12700" cap="flat" cmpd="sng">
            <a:noFill/>
            <a:prstDash val="solid"/>
            <a:miter/>
          </a:ln>
        </p:spPr>
        <p:txBody>
          <a:bodyPr vert="horz" wrap="square" lIns="95571" tIns="47786" rIns="95571" bIns="47786" anchor="b" anchorCtr="0"/>
          <a:lstStyle/>
          <a:p>
            <a:pPr algn="r" eaLnBrk="1" latinLnBrk="0" hangingPunct="1"/>
            <a:fld id="{CAD2D6BD-DE1B-4B5F-8B41-2702339687B9}" type="slidenum">
              <a:rPr lang="en-US" altLang="zh-CN" sz="13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pPr algn="r" eaLnBrk="1" latinLnBrk="0" hangingPunct="1"/>
              <a:t>10</a:t>
            </a:fld>
            <a:endParaRPr lang="zh-CN" altLang="en-US" sz="13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15" name="文本框"/>
          <p:cNvSpPr>
            <a:spLocks noGrp="1"/>
          </p:cNvSpPr>
          <p:nvPr>
            <p:ph type="sldNum" idx="5"/>
          </p:nvPr>
        </p:nvSpPr>
        <p:spPr>
          <a:xfrm>
            <a:off x="5132918" y="7072313"/>
            <a:ext cx="3928533" cy="371475"/>
          </a:xfrm>
          <a:prstGeom prst="rect">
            <a:avLst/>
          </a:prstGeom>
          <a:noFill/>
          <a:ln w="12700" cap="flat" cmpd="sng">
            <a:noFill/>
            <a:prstDash val="solid"/>
            <a:miter/>
          </a:ln>
        </p:spPr>
        <p:txBody>
          <a:bodyPr vert="horz" wrap="square" lIns="95571" tIns="47786" rIns="95571" bIns="47786" anchor="b" anchorCtr="0"/>
          <a:lstStyle/>
          <a:p>
            <a:pPr algn="r" eaLnBrk="1" latinLnBrk="0" hangingPunct="1"/>
            <a:fld id="{CAD2D6BD-DE1B-4B5F-8B41-2702339687B9}" type="slidenum">
              <a:rPr lang="en-US" altLang="zh-CN" sz="1300" b="0" i="0" u="none" strike="noStrike" kern="1200" cap="none" spc="0" baseline="0">
                <a:solidFill>
                  <a:schemeClr val="tx1"/>
                </a:solidFill>
                <a:latin typeface="Calibri" panose="020F0502020204030204" charset="0"/>
                <a:ea typeface="SimSun" panose="02010600030101010101" pitchFamily="2" charset="-122"/>
                <a:cs typeface="Calibri" panose="020F0502020204030204" charset="0"/>
              </a:rPr>
              <a:pPr algn="r" eaLnBrk="1" latinLnBrk="0" hangingPunct="1"/>
              <a:t>11</a:t>
            </a:fld>
            <a:endParaRPr lang="zh-CN" altLang="en-US" sz="1300">
              <a:latin typeface="Calibri" panose="020F0502020204030204" charset="0"/>
              <a:ea typeface="SimSun" panose="02010600030101010101" pitchFamily="2" charset="-122"/>
              <a:cs typeface="Calibri" panose="020F050202020403020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685800" y="1597818"/>
            <a:ext cx="7772400" cy="1102518"/>
          </a:xfrm>
        </p:spPr>
        <p:txBody>
          <a:bodyPr/>
          <a:lstStyle/>
          <a:p>
            <a:r>
              <a:rPr lang="zh-CN" altLang="en-US"/>
              <a:t>单击此处编辑母版标题样式</a:t>
            </a:r>
          </a:p>
        </p:txBody>
      </p:sp>
      <p:sp>
        <p:nvSpPr>
          <p:cNvPr id="3" name="文本框"/>
          <p:cNvSpPr>
            <a:spLocks noGrp="1"/>
          </p:cNvSpPr>
          <p:nvPr>
            <p:ph type="subTitle" idx="1"/>
          </p:nvPr>
        </p:nvSpPr>
        <p:spPr>
          <a:xfrm>
            <a:off x="1371600" y="2914649"/>
            <a:ext cx="6400800" cy="1314449"/>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文本框"/>
          <p:cNvSpPr>
            <a:spLocks noGrp="1"/>
          </p:cNvSpPr>
          <p:nvPr>
            <p:ph type="dt" sz="half" idx="10"/>
          </p:nvPr>
        </p:nvSpPr>
        <p:spPr/>
        <p:txBody>
          <a:bodyPr/>
          <a:lstStyle/>
          <a:p>
            <a:fld id="{72514870-5082-4025-BC8A-5E070B8EB77D}" type="datetimeFigureOut">
              <a:rPr lang="zh-CN" altLang="en-US" smtClean="0"/>
              <a:pPr/>
              <a:t>2025/9/17</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pPr/>
              <a:t>2025/9/17</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文本框"/>
          <p:cNvSpPr>
            <a:spLocks noGrp="1"/>
          </p:cNvSpPr>
          <p:nvPr>
            <p:ph type="dt" sz="half" idx="10"/>
          </p:nvPr>
        </p:nvSpPr>
        <p:spPr/>
        <p:txBody>
          <a:bodyPr/>
          <a:lstStyle/>
          <a:p>
            <a:fld id="{72514870-5082-4025-BC8A-5E070B8EB77D}" type="datetimeFigureOut">
              <a:rPr lang="zh-CN" altLang="en-US" smtClean="0"/>
              <a:pPr/>
              <a:t>2025/9/17</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框"/>
          <p:cNvSpPr>
            <a:spLocks noGrp="1"/>
          </p:cNvSpPr>
          <p:nvPr>
            <p:ph type="dt" sz="half" idx="10"/>
          </p:nvPr>
        </p:nvSpPr>
        <p:spPr/>
        <p:txBody>
          <a:bodyPr/>
          <a:lstStyle/>
          <a:p>
            <a:fld id="{72514870-5082-4025-BC8A-5E070B8EB77D}" type="datetimeFigureOut">
              <a:rPr lang="zh-CN" altLang="en-US" smtClean="0"/>
              <a:pPr/>
              <a:t>2025/9/17</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a:t>单击此处编辑母版标题样式</a:t>
            </a:r>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文本框"/>
          <p:cNvSpPr>
            <a:spLocks noGrp="1"/>
          </p:cNvSpPr>
          <p:nvPr>
            <p:ph type="dt" sz="half" idx="10"/>
          </p:nvPr>
        </p:nvSpPr>
        <p:spPr/>
        <p:txBody>
          <a:bodyPr/>
          <a:lstStyle/>
          <a:p>
            <a:fld id="{72514870-5082-4025-BC8A-5E070B8EB77D}" type="datetimeFigureOut">
              <a:rPr lang="zh-CN" altLang="en-US" smtClean="0"/>
              <a:pPr/>
              <a:t>2025/9/17</a:t>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type="dt" sz="half" idx="10"/>
          </p:nvPr>
        </p:nvSpPr>
        <p:spPr/>
        <p:txBody>
          <a:bodyPr/>
          <a:lstStyle/>
          <a:p>
            <a:fld id="{72514870-5082-4025-BC8A-5E070B8EB77D}" type="datetimeFigureOut">
              <a:rPr lang="zh-CN" altLang="en-US" smtClean="0"/>
              <a:pPr/>
              <a:t>2025/9/17</a:t>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pPr/>
              <a:t>2025/9/17</a:t>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pPr/>
              <a:t>2025/9/17</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文本框"/>
          <p:cNvSpPr>
            <a:spLocks noGrp="1"/>
          </p:cNvSpPr>
          <p:nvPr>
            <p:ph type="dt" sz="half" idx="10"/>
          </p:nvPr>
        </p:nvSpPr>
        <p:spPr/>
        <p:txBody>
          <a:bodyPr/>
          <a:lstStyle/>
          <a:p>
            <a:fld id="{72514870-5082-4025-BC8A-5E070B8EB77D}" type="datetimeFigureOut">
              <a:rPr lang="zh-CN" altLang="en-US" smtClean="0"/>
              <a:pPr/>
              <a:t>2025/9/17</a:t>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p>
        </p:txBody>
      </p:sp>
      <p:sp>
        <p:nvSpPr>
          <p:cNvPr id="3" name="文本框"/>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pPr/>
              <a:t>2025/9/17</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框"/>
          <p:cNvSpPr>
            <a:spLocks noGrp="1"/>
          </p:cNvSpPr>
          <p:nvPr>
            <p:ph type="dt" sz="half" idx="10"/>
          </p:nvPr>
        </p:nvSpPr>
        <p:spPr/>
        <p:txBody>
          <a:bodyPr/>
          <a:lstStyle/>
          <a:p>
            <a:fld id="{72514870-5082-4025-BC8A-5E070B8EB77D}" type="datetimeFigureOut">
              <a:rPr lang="zh-CN" altLang="en-US" smtClean="0"/>
              <a:pPr/>
              <a:t>2025/9/17</a:t>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自定义版式">
    <p:bg>
      <p:bgPr>
        <a:blipFill>
          <a:blip r:embed="rId2">
            <a:alphaModFix amt="29000"/>
          </a:blip>
        </a:blipFill>
        <a:effectLst/>
      </p:bgPr>
    </p:bg>
    <p:spTree>
      <p:nvGrpSpPr>
        <p:cNvPr id="1" name=""/>
        <p:cNvGrpSpPr/>
        <p:nvPr/>
      </p:nvGrpSpPr>
      <p:grpSpPr>
        <a:xfrm>
          <a:off x="0" y="0"/>
          <a:ext cx="0" cy="0"/>
          <a:chOff x="0" y="0"/>
          <a:chExt cx="0" cy="0"/>
        </a:xfrm>
      </p:grpSpPr>
      <p:sp>
        <p:nvSpPr>
          <p:cNvPr id="28" name="直线"/>
          <p:cNvSpPr/>
          <p:nvPr/>
        </p:nvSpPr>
        <p:spPr>
          <a:xfrm>
            <a:off x="457200" y="4764881"/>
            <a:ext cx="8229600" cy="0"/>
          </a:xfrm>
          <a:prstGeom prst="line">
            <a:avLst/>
          </a:prstGeom>
          <a:noFill/>
          <a:ln w="9525" cap="flat" cmpd="sng">
            <a:solidFill>
              <a:srgbClr val="9FB8CD"/>
            </a:solidFill>
            <a:prstDash val="dash"/>
            <a:round/>
          </a:ln>
        </p:spPr>
      </p:sp>
      <p:sp>
        <p:nvSpPr>
          <p:cNvPr id="27" name="直线"/>
          <p:cNvSpPr/>
          <p:nvPr/>
        </p:nvSpPr>
        <p:spPr>
          <a:xfrm>
            <a:off x="457200" y="857250"/>
            <a:ext cx="8229600" cy="0"/>
          </a:xfrm>
          <a:prstGeom prst="line">
            <a:avLst/>
          </a:prstGeom>
          <a:noFill/>
          <a:ln w="9525" cap="flat" cmpd="sng">
            <a:solidFill>
              <a:srgbClr val="9FB8CD"/>
            </a:solidFill>
            <a:prstDash val="dash"/>
            <a:round/>
          </a:ln>
        </p:spPr>
      </p:sp>
      <p:sp>
        <p:nvSpPr>
          <p:cNvPr id="26" name="等腰三角形"/>
          <p:cNvSpPr>
            <a:spLocks noChangeAspect="1"/>
          </p:cNvSpPr>
          <p:nvPr/>
        </p:nvSpPr>
        <p:spPr>
          <a:xfrm rot="5400000">
            <a:off x="442957" y="4835567"/>
            <a:ext cx="143136" cy="120314"/>
          </a:xfrm>
          <a:prstGeom prst="triangle">
            <a:avLst>
              <a:gd name="adj" fmla="val 50000"/>
            </a:avLst>
          </a:prstGeom>
          <a:solidFill>
            <a:schemeClr val="accent2"/>
          </a:solidFill>
          <a:ln w="25400" cap="rnd" cmpd="sng">
            <a:noFill/>
            <a:prstDash val="solid"/>
            <a:round/>
          </a:ln>
        </p:spPr>
      </p:sp>
      <p:sp>
        <p:nvSpPr>
          <p:cNvPr id="20" name="文本框"/>
          <p:cNvSpPr>
            <a:spLocks noGrp="1"/>
          </p:cNvSpPr>
          <p:nvPr>
            <p:ph type="title"/>
          </p:nvPr>
        </p:nvSpPr>
        <p:spPr>
          <a:xfrm>
            <a:off x="457200" y="171450"/>
            <a:ext cx="8229600" cy="685800"/>
          </a:xfrm>
          <a:prstGeom prst="rect">
            <a:avLst/>
          </a:prstGeom>
          <a:noFill/>
          <a:ln w="12700" cap="flat" cmpd="sng">
            <a:noFill/>
            <a:prstDash val="solid"/>
            <a:miter/>
          </a:ln>
        </p:spPr>
        <p:txBody>
          <a:bodyPr vert="horz" wrap="square" lIns="91440" tIns="45720" rIns="91440" bIns="45720" anchor="b" anchorCtr="0"/>
          <a:lstStyle/>
          <a:p>
            <a:r>
              <a:rPr lang="en-US" altLang="zh-CN"/>
              <a:t>Click to edit Master title style</a:t>
            </a:r>
            <a:endParaRPr lang="zh-CN" altLang="en-US"/>
          </a:p>
        </p:txBody>
      </p:sp>
      <p:sp>
        <p:nvSpPr>
          <p:cNvPr id="21" name="文本框"/>
          <p:cNvSpPr>
            <a:spLocks noGrp="1"/>
          </p:cNvSpPr>
          <p:nvPr>
            <p:ph type="dt" idx="10"/>
          </p:nvPr>
        </p:nvSpPr>
        <p:spPr>
          <a:xfrm>
            <a:off x="6400800" y="4767263"/>
            <a:ext cx="2289048" cy="274319"/>
          </a:xfrm>
          <a:prstGeom prst="rect">
            <a:avLst/>
          </a:prstGeom>
          <a:noFill/>
          <a:ln cap="flat" cmpd="sng">
            <a:noFill/>
            <a:prstDash val="solid"/>
            <a:miter/>
          </a:ln>
        </p:spPr>
        <p:txBody>
          <a:bodyPr vert="horz" wrap="square" lIns="91440" tIns="45720" rIns="91440" bIns="45720" anchor="t" anchorCtr="0"/>
          <a:lstStyle/>
          <a:p>
            <a:pPr algn="l" eaLnBrk="1" latinLnBrk="0" hangingPunct="1"/>
            <a:fld id="{CAD2D6BD-DE1B-4B5F-8B41-2702339687B9}" type="datetime3">
              <a:rPr lang="en-US" altLang="zh-CN" sz="1400">
                <a:solidFill>
                  <a:schemeClr val="tx2"/>
                </a:solidFill>
                <a:latin typeface="Gill Sans MT" panose="020B0502020104020203" charset="0"/>
                <a:ea typeface="华文新魏" charset="0"/>
                <a:cs typeface="Gill Sans MT" panose="020B0502020104020203" charset="0"/>
              </a:rPr>
              <a:pPr algn="l" eaLnBrk="1" latinLnBrk="0" hangingPunct="1"/>
              <a:t>17 September 2025</a:t>
            </a:fld>
            <a:endParaRPr lang="zh-CN" altLang="en-US" sz="1400">
              <a:solidFill>
                <a:schemeClr val="tx2"/>
              </a:solidFill>
              <a:latin typeface="Gill Sans MT" panose="020B0502020104020203" charset="0"/>
              <a:ea typeface="华文新魏" charset="0"/>
              <a:cs typeface="Gill Sans MT" panose="020B0502020104020203" charset="0"/>
            </a:endParaRPr>
          </a:p>
        </p:txBody>
      </p:sp>
      <p:sp>
        <p:nvSpPr>
          <p:cNvPr id="22" name="文本框"/>
          <p:cNvSpPr>
            <a:spLocks noGrp="1"/>
          </p:cNvSpPr>
          <p:nvPr>
            <p:ph type="ftr"/>
          </p:nvPr>
        </p:nvSpPr>
        <p:spPr>
          <a:xfrm>
            <a:off x="2898647" y="4767263"/>
            <a:ext cx="3505199" cy="274319"/>
          </a:xfrm>
          <a:prstGeom prst="rect">
            <a:avLst/>
          </a:prstGeom>
          <a:noFill/>
          <a:ln cap="flat" cmpd="sng">
            <a:noFill/>
            <a:prstDash val="solid"/>
            <a:miter/>
          </a:ln>
        </p:spPr>
        <p:txBody>
          <a:bodyPr vert="horz" wrap="square" lIns="91440" tIns="45720" rIns="91440" bIns="45720" anchor="t" anchorCtr="0"/>
          <a:lstStyle/>
          <a:p>
            <a:pPr algn="r" eaLnBrk="1" latinLnBrk="0" hangingPunct="1"/>
            <a:r>
              <a:rPr lang="en-US" altLang="zh-CN" sz="1400">
                <a:solidFill>
                  <a:schemeClr val="tx2"/>
                </a:solidFill>
                <a:latin typeface="Gill Sans MT" panose="020B0502020104020203" charset="0"/>
                <a:ea typeface="华文新魏" charset="0"/>
                <a:cs typeface="Gill Sans MT" panose="020B0502020104020203" charset="0"/>
              </a:rPr>
              <a:t>DATA STRUCTURES – CYCLE 1 REVIEW</a:t>
            </a:r>
            <a:endParaRPr lang="zh-CN" altLang="en-US" sz="1400">
              <a:solidFill>
                <a:schemeClr val="tx2"/>
              </a:solidFill>
              <a:latin typeface="Gill Sans MT" panose="020B0502020104020203" charset="0"/>
              <a:ea typeface="华文新魏" charset="0"/>
              <a:cs typeface="Gill Sans MT" panose="020B0502020104020203" charset="0"/>
            </a:endParaRPr>
          </a:p>
        </p:txBody>
      </p:sp>
      <p:sp>
        <p:nvSpPr>
          <p:cNvPr id="23" name="文本框"/>
          <p:cNvSpPr>
            <a:spLocks noGrp="1"/>
          </p:cNvSpPr>
          <p:nvPr>
            <p:ph type="sldNum"/>
          </p:nvPr>
        </p:nvSpPr>
        <p:spPr>
          <a:xfrm>
            <a:off x="612647" y="4767263"/>
            <a:ext cx="1981200" cy="274319"/>
          </a:xfrm>
          <a:prstGeom prst="rect">
            <a:avLst/>
          </a:prstGeom>
          <a:noFill/>
          <a:ln cap="flat" cmpd="sng">
            <a:noFill/>
            <a:prstDash val="solid"/>
            <a:miter/>
          </a:ln>
        </p:spPr>
        <p:txBody>
          <a:bodyPr vert="horz" wrap="square" lIns="91440" tIns="45720" rIns="91440" bIns="45720" anchor="t" anchorCtr="0"/>
          <a:lstStyle/>
          <a:p>
            <a:pPr algn="l" eaLnBrk="1" latinLnBrk="0" hangingPunct="1"/>
            <a:fld id="{CAD2D6BD-DE1B-4B5F-8B41-2702339687B9}" type="slidenum">
              <a:rPr lang="en-US" altLang="zh-CN" sz="1400" b="0" i="0" u="none" strike="noStrike" kern="1200" cap="none" spc="0" baseline="0">
                <a:solidFill>
                  <a:schemeClr val="tx2"/>
                </a:solidFill>
                <a:latin typeface="Gill Sans MT" panose="020B0502020104020203" charset="0"/>
                <a:ea typeface="华文新魏" charset="0"/>
                <a:cs typeface="Gill Sans MT" panose="020B0502020104020203" charset="0"/>
              </a:rPr>
              <a:pPr algn="l" eaLnBrk="1" latinLnBrk="0" hangingPunct="1"/>
              <a:t>‹#›</a:t>
            </a:fld>
            <a:endParaRPr lang="zh-CN" altLang="en-US" sz="1400">
              <a:solidFill>
                <a:schemeClr val="tx2"/>
              </a:solidFill>
              <a:latin typeface="Gill Sans MT" panose="020B0502020104020203" charset="0"/>
              <a:ea typeface="华文新魏" charset="0"/>
              <a:cs typeface="Gill Sans MT" panose="020B0502020104020203" charset="0"/>
            </a:endParaRPr>
          </a:p>
        </p:txBody>
      </p:sp>
      <p:sp>
        <p:nvSpPr>
          <p:cNvPr id="24" name="文本框"/>
          <p:cNvSpPr>
            <a:spLocks noGrp="1"/>
          </p:cNvSpPr>
          <p:nvPr>
            <p:ph type="body" idx="1"/>
          </p:nvPr>
        </p:nvSpPr>
        <p:spPr>
          <a:xfrm>
            <a:off x="457200" y="914400"/>
            <a:ext cx="4041648" cy="3703319"/>
          </a:xfrm>
          <a:prstGeom prst="rect">
            <a:avLst/>
          </a:prstGeom>
          <a:noFill/>
          <a:ln w="12700" cap="flat" cmpd="sng">
            <a:noFill/>
            <a:prstDash val="solid"/>
            <a:miter/>
          </a:ln>
        </p:spPr>
        <p:txBody>
          <a:bodyPr vert="horz" wrap="square" lIns="91440" tIns="45720" rIns="91440" bIns="45720" anchor="t" anchorCtr="0"/>
          <a:lstStyle/>
          <a:p>
            <a:pPr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lang="zh-CN" altLang="en-US"/>
          </a:p>
        </p:txBody>
      </p:sp>
      <p:sp>
        <p:nvSpPr>
          <p:cNvPr id="25" name="文本框"/>
          <p:cNvSpPr>
            <a:spLocks noGrp="1"/>
          </p:cNvSpPr>
          <p:nvPr>
            <p:ph type="body" idx="2"/>
          </p:nvPr>
        </p:nvSpPr>
        <p:spPr>
          <a:xfrm>
            <a:off x="4632198" y="912114"/>
            <a:ext cx="4041647" cy="3703319"/>
          </a:xfrm>
          <a:prstGeom prst="rect">
            <a:avLst/>
          </a:prstGeom>
          <a:noFill/>
          <a:ln w="12700" cap="flat" cmpd="sng">
            <a:noFill/>
            <a:prstDash val="solid"/>
            <a:miter/>
          </a:ln>
        </p:spPr>
        <p:txBody>
          <a:bodyPr vert="horz" wrap="square" lIns="91440" tIns="45720" rIns="91440" bIns="45720" anchor="t" anchorCtr="0"/>
          <a:lstStyle/>
          <a:p>
            <a:pPr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自定义版式">
    <p:bg>
      <p:bgPr>
        <a:blipFill>
          <a:blip r:embed="rId2">
            <a:alphaModFix amt="29000"/>
          </a:blip>
        </a:blipFill>
        <a:effectLst/>
      </p:bgPr>
    </p:bg>
    <p:spTree>
      <p:nvGrpSpPr>
        <p:cNvPr id="1" name=""/>
        <p:cNvGrpSpPr/>
        <p:nvPr/>
      </p:nvGrpSpPr>
      <p:grpSpPr>
        <a:xfrm>
          <a:off x="0" y="0"/>
          <a:ext cx="0" cy="0"/>
          <a:chOff x="0" y="0"/>
          <a:chExt cx="0" cy="0"/>
        </a:xfrm>
      </p:grpSpPr>
      <p:sp>
        <p:nvSpPr>
          <p:cNvPr id="43" name="直线"/>
          <p:cNvSpPr/>
          <p:nvPr/>
        </p:nvSpPr>
        <p:spPr>
          <a:xfrm>
            <a:off x="457200" y="4764881"/>
            <a:ext cx="8229600" cy="0"/>
          </a:xfrm>
          <a:prstGeom prst="line">
            <a:avLst/>
          </a:prstGeom>
          <a:noFill/>
          <a:ln w="9525" cap="flat" cmpd="sng">
            <a:solidFill>
              <a:srgbClr val="9FB8CD"/>
            </a:solidFill>
            <a:prstDash val="dash"/>
            <a:round/>
          </a:ln>
        </p:spPr>
      </p:sp>
      <p:sp>
        <p:nvSpPr>
          <p:cNvPr id="42" name="直线"/>
          <p:cNvSpPr/>
          <p:nvPr/>
        </p:nvSpPr>
        <p:spPr>
          <a:xfrm>
            <a:off x="457200" y="857250"/>
            <a:ext cx="8229600" cy="0"/>
          </a:xfrm>
          <a:prstGeom prst="line">
            <a:avLst/>
          </a:prstGeom>
          <a:noFill/>
          <a:ln w="9525" cap="flat" cmpd="sng">
            <a:solidFill>
              <a:srgbClr val="9FB8CD"/>
            </a:solidFill>
            <a:prstDash val="dash"/>
            <a:round/>
          </a:ln>
        </p:spPr>
      </p:sp>
      <p:sp>
        <p:nvSpPr>
          <p:cNvPr id="41" name="等腰三角形"/>
          <p:cNvSpPr>
            <a:spLocks noChangeAspect="1"/>
          </p:cNvSpPr>
          <p:nvPr/>
        </p:nvSpPr>
        <p:spPr>
          <a:xfrm rot="5400000">
            <a:off x="442957" y="4835567"/>
            <a:ext cx="143136" cy="120314"/>
          </a:xfrm>
          <a:prstGeom prst="triangle">
            <a:avLst>
              <a:gd name="adj" fmla="val 50000"/>
            </a:avLst>
          </a:prstGeom>
          <a:solidFill>
            <a:schemeClr val="accent2"/>
          </a:solidFill>
          <a:ln w="25400" cap="rnd" cmpd="sng">
            <a:noFill/>
            <a:prstDash val="solid"/>
            <a:round/>
          </a:ln>
        </p:spPr>
      </p:sp>
      <p:sp>
        <p:nvSpPr>
          <p:cNvPr id="36" name="文本框"/>
          <p:cNvSpPr>
            <a:spLocks noGrp="1"/>
          </p:cNvSpPr>
          <p:nvPr>
            <p:ph type="title"/>
          </p:nvPr>
        </p:nvSpPr>
        <p:spPr>
          <a:xfrm>
            <a:off x="457200" y="114300"/>
            <a:ext cx="8229600" cy="742949"/>
          </a:xfrm>
          <a:prstGeom prst="rect">
            <a:avLst/>
          </a:prstGeom>
          <a:noFill/>
          <a:ln w="12700" cap="flat" cmpd="sng">
            <a:noFill/>
            <a:prstDash val="solid"/>
            <a:miter/>
          </a:ln>
        </p:spPr>
        <p:txBody>
          <a:bodyPr vert="horz" wrap="square" lIns="91440" tIns="45720" rIns="91440" bIns="45720" anchor="b" anchorCtr="0"/>
          <a:lstStyle/>
          <a:p>
            <a:r>
              <a:rPr lang="en-US" altLang="zh-CN"/>
              <a:t>Click to edit Master title style</a:t>
            </a:r>
            <a:endParaRPr lang="zh-CN" altLang="en-US"/>
          </a:p>
        </p:txBody>
      </p:sp>
      <p:sp>
        <p:nvSpPr>
          <p:cNvPr id="37" name="文本框"/>
          <p:cNvSpPr>
            <a:spLocks noGrp="1"/>
          </p:cNvSpPr>
          <p:nvPr>
            <p:ph type="dt" idx="10"/>
          </p:nvPr>
        </p:nvSpPr>
        <p:spPr>
          <a:xfrm>
            <a:off x="6400800" y="4767263"/>
            <a:ext cx="2289048" cy="274319"/>
          </a:xfrm>
          <a:prstGeom prst="rect">
            <a:avLst/>
          </a:prstGeom>
          <a:noFill/>
          <a:ln cap="flat" cmpd="sng">
            <a:noFill/>
            <a:prstDash val="solid"/>
            <a:miter/>
          </a:ln>
        </p:spPr>
        <p:txBody>
          <a:bodyPr vert="horz" wrap="square" lIns="91440" tIns="45720" rIns="91440" bIns="45720" anchor="t" anchorCtr="0"/>
          <a:lstStyle/>
          <a:p>
            <a:pPr algn="l" eaLnBrk="1" latinLnBrk="0" hangingPunct="1"/>
            <a:fld id="{CAD2D6BD-DE1B-4B5F-8B41-2702339687B9}" type="datetime3">
              <a:rPr lang="en-US" altLang="zh-CN" sz="1400">
                <a:solidFill>
                  <a:schemeClr val="tx2"/>
                </a:solidFill>
                <a:latin typeface="Gill Sans MT" panose="020B0502020104020203" charset="0"/>
                <a:ea typeface="华文新魏" charset="0"/>
                <a:cs typeface="Gill Sans MT" panose="020B0502020104020203" charset="0"/>
              </a:rPr>
              <a:pPr algn="l" eaLnBrk="1" latinLnBrk="0" hangingPunct="1"/>
              <a:t>17 September 2025</a:t>
            </a:fld>
            <a:endParaRPr lang="zh-CN" altLang="en-US" sz="1400">
              <a:solidFill>
                <a:schemeClr val="tx2"/>
              </a:solidFill>
              <a:latin typeface="Gill Sans MT" panose="020B0502020104020203" charset="0"/>
              <a:ea typeface="华文新魏" charset="0"/>
              <a:cs typeface="Gill Sans MT" panose="020B0502020104020203" charset="0"/>
            </a:endParaRPr>
          </a:p>
        </p:txBody>
      </p:sp>
      <p:sp>
        <p:nvSpPr>
          <p:cNvPr id="38" name="文本框"/>
          <p:cNvSpPr>
            <a:spLocks noGrp="1"/>
          </p:cNvSpPr>
          <p:nvPr>
            <p:ph type="ftr"/>
          </p:nvPr>
        </p:nvSpPr>
        <p:spPr>
          <a:xfrm>
            <a:off x="2898647" y="4767263"/>
            <a:ext cx="3505199" cy="274319"/>
          </a:xfrm>
          <a:prstGeom prst="rect">
            <a:avLst/>
          </a:prstGeom>
          <a:noFill/>
          <a:ln cap="flat" cmpd="sng">
            <a:noFill/>
            <a:prstDash val="solid"/>
            <a:miter/>
          </a:ln>
        </p:spPr>
        <p:txBody>
          <a:bodyPr vert="horz" wrap="square" lIns="91440" tIns="45720" rIns="91440" bIns="45720" anchor="t" anchorCtr="0"/>
          <a:lstStyle/>
          <a:p>
            <a:pPr algn="r" eaLnBrk="1" latinLnBrk="0" hangingPunct="1"/>
            <a:r>
              <a:rPr lang="en-US" altLang="zh-CN" sz="1400">
                <a:solidFill>
                  <a:schemeClr val="tx2"/>
                </a:solidFill>
                <a:latin typeface="Gill Sans MT" panose="020B0502020104020203" charset="0"/>
                <a:ea typeface="华文新魏" charset="0"/>
                <a:cs typeface="Gill Sans MT" panose="020B0502020104020203" charset="0"/>
              </a:rPr>
              <a:t>DATA STRUCTURES – CYCLE 1 REVIEW</a:t>
            </a:r>
            <a:endParaRPr lang="zh-CN" altLang="en-US" sz="1400">
              <a:solidFill>
                <a:schemeClr val="tx2"/>
              </a:solidFill>
              <a:latin typeface="Gill Sans MT" panose="020B0502020104020203" charset="0"/>
              <a:ea typeface="华文新魏" charset="0"/>
              <a:cs typeface="Gill Sans MT" panose="020B0502020104020203" charset="0"/>
            </a:endParaRPr>
          </a:p>
        </p:txBody>
      </p:sp>
      <p:sp>
        <p:nvSpPr>
          <p:cNvPr id="39" name="文本框"/>
          <p:cNvSpPr>
            <a:spLocks noGrp="1"/>
          </p:cNvSpPr>
          <p:nvPr>
            <p:ph type="sldNum"/>
          </p:nvPr>
        </p:nvSpPr>
        <p:spPr>
          <a:xfrm>
            <a:off x="612647" y="4767263"/>
            <a:ext cx="1981200" cy="274319"/>
          </a:xfrm>
          <a:prstGeom prst="rect">
            <a:avLst/>
          </a:prstGeom>
          <a:noFill/>
          <a:ln cap="flat" cmpd="sng">
            <a:noFill/>
            <a:prstDash val="solid"/>
            <a:miter/>
          </a:ln>
        </p:spPr>
        <p:txBody>
          <a:bodyPr vert="horz" wrap="square" lIns="91440" tIns="45720" rIns="91440" bIns="45720" anchor="t" anchorCtr="0"/>
          <a:lstStyle/>
          <a:p>
            <a:pPr algn="l" eaLnBrk="1" latinLnBrk="0" hangingPunct="1"/>
            <a:fld id="{CAD2D6BD-DE1B-4B5F-8B41-2702339687B9}" type="slidenum">
              <a:rPr lang="en-US" altLang="zh-CN" sz="1400" b="0" i="0" u="none" strike="noStrike" kern="1200" cap="none" spc="0" baseline="0">
                <a:solidFill>
                  <a:schemeClr val="tx2"/>
                </a:solidFill>
                <a:latin typeface="Gill Sans MT" panose="020B0502020104020203" charset="0"/>
                <a:ea typeface="华文新魏" charset="0"/>
                <a:cs typeface="Gill Sans MT" panose="020B0502020104020203" charset="0"/>
              </a:rPr>
              <a:pPr algn="l" eaLnBrk="1" latinLnBrk="0" hangingPunct="1"/>
              <a:t>‹#›</a:t>
            </a:fld>
            <a:endParaRPr lang="zh-CN" altLang="en-US" sz="1400">
              <a:solidFill>
                <a:schemeClr val="tx2"/>
              </a:solidFill>
              <a:latin typeface="Gill Sans MT" panose="020B0502020104020203" charset="0"/>
              <a:ea typeface="华文新魏" charset="0"/>
              <a:cs typeface="Gill Sans MT" panose="020B0502020104020203" charset="0"/>
            </a:endParaRPr>
          </a:p>
        </p:txBody>
      </p:sp>
      <p:sp>
        <p:nvSpPr>
          <p:cNvPr id="40" name="文本框"/>
          <p:cNvSpPr>
            <a:spLocks noGrp="1"/>
          </p:cNvSpPr>
          <p:nvPr>
            <p:ph type="body" idx="1"/>
          </p:nvPr>
        </p:nvSpPr>
        <p:spPr>
          <a:xfrm>
            <a:off x="457200" y="914400"/>
            <a:ext cx="8229600" cy="3703319"/>
          </a:xfrm>
          <a:prstGeom prst="rect">
            <a:avLst/>
          </a:prstGeom>
          <a:noFill/>
          <a:ln w="12700" cap="flat" cmpd="sng">
            <a:noFill/>
            <a:prstDash val="solid"/>
            <a:miter/>
          </a:ln>
        </p:spPr>
        <p:txBody>
          <a:bodyPr vert="horz" wrap="square" lIns="91440" tIns="45720" rIns="91440" bIns="45720" anchor="t" anchorCtr="0"/>
          <a:lstStyle/>
          <a:p>
            <a:pPr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自定义版式">
    <p:bg>
      <p:bgPr>
        <a:blipFill>
          <a:blip r:embed="rId2">
            <a:alphaModFix amt="29000"/>
          </a:blip>
        </a:blipFill>
        <a:effectLst/>
      </p:bgPr>
    </p:bg>
    <p:spTree>
      <p:nvGrpSpPr>
        <p:cNvPr id="1" name=""/>
        <p:cNvGrpSpPr/>
        <p:nvPr/>
      </p:nvGrpSpPr>
      <p:grpSpPr>
        <a:xfrm>
          <a:off x="0" y="0"/>
          <a:ext cx="0" cy="0"/>
          <a:chOff x="0" y="0"/>
          <a:chExt cx="0" cy="0"/>
        </a:xfrm>
      </p:grpSpPr>
      <p:sp>
        <p:nvSpPr>
          <p:cNvPr id="86" name="直线"/>
          <p:cNvSpPr/>
          <p:nvPr/>
        </p:nvSpPr>
        <p:spPr>
          <a:xfrm>
            <a:off x="457200" y="4764881"/>
            <a:ext cx="8229600" cy="0"/>
          </a:xfrm>
          <a:prstGeom prst="line">
            <a:avLst/>
          </a:prstGeom>
          <a:noFill/>
          <a:ln w="9525" cap="flat" cmpd="sng">
            <a:solidFill>
              <a:srgbClr val="9FB8CD"/>
            </a:solidFill>
            <a:prstDash val="dash"/>
            <a:round/>
          </a:ln>
        </p:spPr>
      </p:sp>
      <p:sp>
        <p:nvSpPr>
          <p:cNvPr id="85" name="直线"/>
          <p:cNvSpPr/>
          <p:nvPr/>
        </p:nvSpPr>
        <p:spPr>
          <a:xfrm>
            <a:off x="457200" y="857250"/>
            <a:ext cx="8229600" cy="0"/>
          </a:xfrm>
          <a:prstGeom prst="line">
            <a:avLst/>
          </a:prstGeom>
          <a:noFill/>
          <a:ln w="9525" cap="flat" cmpd="sng">
            <a:solidFill>
              <a:srgbClr val="9FB8CD"/>
            </a:solidFill>
            <a:prstDash val="dash"/>
            <a:round/>
          </a:ln>
        </p:spPr>
      </p:sp>
      <p:sp>
        <p:nvSpPr>
          <p:cNvPr id="84" name="等腰三角形"/>
          <p:cNvSpPr>
            <a:spLocks noChangeAspect="1"/>
          </p:cNvSpPr>
          <p:nvPr/>
        </p:nvSpPr>
        <p:spPr>
          <a:xfrm rot="5400000">
            <a:off x="442957" y="4835567"/>
            <a:ext cx="143136" cy="120314"/>
          </a:xfrm>
          <a:prstGeom prst="triangle">
            <a:avLst>
              <a:gd name="adj" fmla="val 50000"/>
            </a:avLst>
          </a:prstGeom>
          <a:solidFill>
            <a:schemeClr val="accent2"/>
          </a:solidFill>
          <a:ln w="25400" cap="rnd" cmpd="sng">
            <a:noFill/>
            <a:prstDash val="solid"/>
            <a:round/>
          </a:ln>
        </p:spPr>
      </p:sp>
      <p:sp>
        <p:nvSpPr>
          <p:cNvPr id="79" name="文本框"/>
          <p:cNvSpPr>
            <a:spLocks noGrp="1"/>
          </p:cNvSpPr>
          <p:nvPr>
            <p:ph type="title"/>
          </p:nvPr>
        </p:nvSpPr>
        <p:spPr>
          <a:xfrm>
            <a:off x="457200" y="171450"/>
            <a:ext cx="8229600" cy="685800"/>
          </a:xfrm>
          <a:prstGeom prst="rect">
            <a:avLst/>
          </a:prstGeom>
          <a:noFill/>
          <a:ln w="12700" cap="flat" cmpd="sng">
            <a:noFill/>
            <a:prstDash val="solid"/>
            <a:miter/>
          </a:ln>
        </p:spPr>
        <p:txBody>
          <a:bodyPr vert="horz" wrap="square" lIns="91440" tIns="45720" rIns="91440" bIns="45720" anchor="b" anchorCtr="0"/>
          <a:lstStyle/>
          <a:p>
            <a:r>
              <a:rPr lang="en-US" altLang="zh-CN"/>
              <a:t>Click to edit Master title style</a:t>
            </a:r>
            <a:endParaRPr lang="zh-CN" altLang="en-US"/>
          </a:p>
        </p:txBody>
      </p:sp>
      <p:sp>
        <p:nvSpPr>
          <p:cNvPr id="80" name="文本框"/>
          <p:cNvSpPr>
            <a:spLocks noGrp="1"/>
          </p:cNvSpPr>
          <p:nvPr>
            <p:ph type="dt" idx="10"/>
          </p:nvPr>
        </p:nvSpPr>
        <p:spPr>
          <a:xfrm>
            <a:off x="6400800" y="4767263"/>
            <a:ext cx="2289048" cy="274319"/>
          </a:xfrm>
          <a:prstGeom prst="rect">
            <a:avLst/>
          </a:prstGeom>
          <a:noFill/>
          <a:ln cap="flat" cmpd="sng">
            <a:noFill/>
            <a:prstDash val="solid"/>
            <a:miter/>
          </a:ln>
        </p:spPr>
        <p:txBody>
          <a:bodyPr vert="horz" wrap="square" lIns="91440" tIns="45720" rIns="91440" bIns="45720" anchor="t" anchorCtr="0"/>
          <a:lstStyle/>
          <a:p>
            <a:pPr algn="l" eaLnBrk="1" latinLnBrk="0" hangingPunct="1"/>
            <a:fld id="{CAD2D6BD-DE1B-4B5F-8B41-2702339687B9}" type="datetime3">
              <a:rPr lang="en-US" altLang="zh-CN" sz="1400">
                <a:solidFill>
                  <a:schemeClr val="tx2"/>
                </a:solidFill>
                <a:latin typeface="Gill Sans MT" panose="020B0502020104020203" charset="0"/>
                <a:ea typeface="华文新魏" charset="0"/>
                <a:cs typeface="Gill Sans MT" panose="020B0502020104020203" charset="0"/>
              </a:rPr>
              <a:pPr algn="l" eaLnBrk="1" latinLnBrk="0" hangingPunct="1"/>
              <a:t>17 September 2025</a:t>
            </a:fld>
            <a:endParaRPr lang="zh-CN" altLang="en-US" sz="1400">
              <a:solidFill>
                <a:schemeClr val="tx2"/>
              </a:solidFill>
              <a:latin typeface="Gill Sans MT" panose="020B0502020104020203" charset="0"/>
              <a:ea typeface="华文新魏" charset="0"/>
              <a:cs typeface="Gill Sans MT" panose="020B0502020104020203" charset="0"/>
            </a:endParaRPr>
          </a:p>
        </p:txBody>
      </p:sp>
      <p:sp>
        <p:nvSpPr>
          <p:cNvPr id="81" name="文本框"/>
          <p:cNvSpPr>
            <a:spLocks noGrp="1"/>
          </p:cNvSpPr>
          <p:nvPr>
            <p:ph type="ftr"/>
          </p:nvPr>
        </p:nvSpPr>
        <p:spPr>
          <a:xfrm>
            <a:off x="2898647" y="4767263"/>
            <a:ext cx="3505199" cy="274319"/>
          </a:xfrm>
          <a:prstGeom prst="rect">
            <a:avLst/>
          </a:prstGeom>
          <a:noFill/>
          <a:ln cap="flat" cmpd="sng">
            <a:noFill/>
            <a:prstDash val="solid"/>
            <a:miter/>
          </a:ln>
        </p:spPr>
        <p:txBody>
          <a:bodyPr vert="horz" wrap="square" lIns="91440" tIns="45720" rIns="91440" bIns="45720" anchor="t" anchorCtr="0"/>
          <a:lstStyle/>
          <a:p>
            <a:pPr algn="r" eaLnBrk="1" latinLnBrk="0" hangingPunct="1"/>
            <a:r>
              <a:rPr lang="en-US" altLang="zh-CN" sz="1400">
                <a:solidFill>
                  <a:schemeClr val="tx2"/>
                </a:solidFill>
                <a:latin typeface="Gill Sans MT" panose="020B0502020104020203" charset="0"/>
                <a:ea typeface="华文新魏" charset="0"/>
                <a:cs typeface="Gill Sans MT" panose="020B0502020104020203" charset="0"/>
              </a:rPr>
              <a:t>DATA STRUCTURES – CYCLE 1 REVIEW</a:t>
            </a:r>
            <a:endParaRPr lang="zh-CN" altLang="en-US" sz="1400">
              <a:solidFill>
                <a:schemeClr val="tx2"/>
              </a:solidFill>
              <a:latin typeface="Gill Sans MT" panose="020B0502020104020203" charset="0"/>
              <a:ea typeface="华文新魏" charset="0"/>
              <a:cs typeface="Gill Sans MT" panose="020B0502020104020203" charset="0"/>
            </a:endParaRPr>
          </a:p>
        </p:txBody>
      </p:sp>
      <p:sp>
        <p:nvSpPr>
          <p:cNvPr id="82" name="文本框"/>
          <p:cNvSpPr>
            <a:spLocks noGrp="1"/>
          </p:cNvSpPr>
          <p:nvPr>
            <p:ph type="sldNum"/>
          </p:nvPr>
        </p:nvSpPr>
        <p:spPr>
          <a:xfrm>
            <a:off x="612647" y="4767263"/>
            <a:ext cx="1981200" cy="274319"/>
          </a:xfrm>
          <a:prstGeom prst="rect">
            <a:avLst/>
          </a:prstGeom>
          <a:noFill/>
          <a:ln cap="flat" cmpd="sng">
            <a:noFill/>
            <a:prstDash val="solid"/>
            <a:miter/>
          </a:ln>
        </p:spPr>
        <p:txBody>
          <a:bodyPr vert="horz" wrap="square" lIns="91440" tIns="45720" rIns="91440" bIns="45720" anchor="t" anchorCtr="0"/>
          <a:lstStyle/>
          <a:p>
            <a:pPr algn="l" eaLnBrk="1" latinLnBrk="0" hangingPunct="1"/>
            <a:fld id="{CAD2D6BD-DE1B-4B5F-8B41-2702339687B9}" type="slidenum">
              <a:rPr lang="en-US" altLang="zh-CN" sz="1400" b="0" i="0" u="none" strike="noStrike" kern="1200" cap="none" spc="0" baseline="0">
                <a:solidFill>
                  <a:schemeClr val="tx2"/>
                </a:solidFill>
                <a:latin typeface="Gill Sans MT" panose="020B0502020104020203" charset="0"/>
                <a:ea typeface="华文新魏" charset="0"/>
                <a:cs typeface="Gill Sans MT" panose="020B0502020104020203" charset="0"/>
              </a:rPr>
              <a:pPr algn="l" eaLnBrk="1" latinLnBrk="0" hangingPunct="1"/>
              <a:t>‹#›</a:t>
            </a:fld>
            <a:endParaRPr lang="zh-CN" altLang="en-US" sz="1400">
              <a:solidFill>
                <a:schemeClr val="tx2"/>
              </a:solidFill>
              <a:latin typeface="Gill Sans MT" panose="020B0502020104020203" charset="0"/>
              <a:ea typeface="华文新魏" charset="0"/>
              <a:cs typeface="Gill Sans MT" panose="020B0502020104020203" charset="0"/>
            </a:endParaRPr>
          </a:p>
        </p:txBody>
      </p:sp>
      <p:sp>
        <p:nvSpPr>
          <p:cNvPr id="83" name="等腰三角形"/>
          <p:cNvSpPr>
            <a:spLocks noChangeAspect="1"/>
          </p:cNvSpPr>
          <p:nvPr/>
        </p:nvSpPr>
        <p:spPr>
          <a:xfrm rot="5400000">
            <a:off x="442957" y="4835567"/>
            <a:ext cx="143136" cy="120314"/>
          </a:xfrm>
          <a:prstGeom prst="triangle">
            <a:avLst>
              <a:gd name="adj" fmla="val 50000"/>
            </a:avLst>
          </a:prstGeom>
          <a:solidFill>
            <a:schemeClr val="accent2"/>
          </a:solidFill>
          <a:ln w="25400" cap="rnd" cmpd="sng">
            <a:noFill/>
            <a:prstDash val="solid"/>
            <a:round/>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6">
            <a:alphaModFix amt="29000"/>
          </a:blip>
        </a:blipFill>
        <a:effectLst/>
      </p:bgPr>
    </p:bg>
    <p:spTree>
      <p:nvGrpSpPr>
        <p:cNvPr id="1" name=""/>
        <p:cNvGrpSpPr/>
        <p:nvPr/>
      </p:nvGrpSpPr>
      <p:grpSpPr>
        <a:xfrm>
          <a:off x="0" y="0"/>
          <a:ext cx="0" cy="0"/>
          <a:chOff x="0" y="0"/>
          <a:chExt cx="0" cy="0"/>
        </a:xfrm>
      </p:grpSpPr>
      <p:sp>
        <p:nvSpPr>
          <p:cNvPr id="2" name="文本框"/>
          <p:cNvSpPr>
            <a:spLocks noGrp="1"/>
          </p:cNvSpPr>
          <p:nvPr>
            <p:ph type="title"/>
          </p:nvPr>
        </p:nvSpPr>
        <p:spPr>
          <a:xfrm>
            <a:off x="457200" y="114300"/>
            <a:ext cx="8229600" cy="742949"/>
          </a:xfrm>
          <a:prstGeom prst="rect">
            <a:avLst/>
          </a:prstGeom>
          <a:noFill/>
          <a:ln w="12700" cap="flat" cmpd="sng">
            <a:noFill/>
            <a:prstDash val="solid"/>
            <a:miter/>
          </a:ln>
        </p:spPr>
        <p:txBody>
          <a:bodyPr vert="horz" wrap="square" lIns="91440" tIns="45720" rIns="91440" bIns="45720" anchor="b" anchorCtr="0"/>
          <a:lstStyle/>
          <a:p>
            <a:r>
              <a:rPr lang="en-US" altLang="zh-CN"/>
              <a:t>Click to edit Master title style</a:t>
            </a:r>
            <a:endParaRPr lang="zh-CN" altLang="en-US"/>
          </a:p>
        </p:txBody>
      </p:sp>
      <p:sp>
        <p:nvSpPr>
          <p:cNvPr id="3" name="文本框"/>
          <p:cNvSpPr>
            <a:spLocks noGrp="1"/>
          </p:cNvSpPr>
          <p:nvPr>
            <p:ph type="body" idx="1"/>
          </p:nvPr>
        </p:nvSpPr>
        <p:spPr>
          <a:xfrm>
            <a:off x="457200" y="914400"/>
            <a:ext cx="8229600" cy="3682746"/>
          </a:xfrm>
          <a:prstGeom prst="rect">
            <a:avLst/>
          </a:prstGeom>
          <a:noFill/>
          <a:ln w="12700" cap="flat" cmpd="sng">
            <a:noFill/>
            <a:prstDash val="solid"/>
            <a:miter/>
          </a:ln>
        </p:spPr>
        <p:txBody>
          <a:bodyPr vert="horz" wrap="square" lIns="91440" tIns="45720" rIns="91440" bIns="45720" anchor="t" anchorCtr="0"/>
          <a:lstStyle/>
          <a:p>
            <a:pPr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lang="zh-CN" altLang="en-US"/>
          </a:p>
        </p:txBody>
      </p:sp>
      <p:sp>
        <p:nvSpPr>
          <p:cNvPr id="4" name="文本框"/>
          <p:cNvSpPr>
            <a:spLocks noGrp="1"/>
          </p:cNvSpPr>
          <p:nvPr>
            <p:ph type="dt" idx="2"/>
          </p:nvPr>
        </p:nvSpPr>
        <p:spPr>
          <a:xfrm>
            <a:off x="6400800" y="4767263"/>
            <a:ext cx="2289048" cy="274319"/>
          </a:xfrm>
          <a:prstGeom prst="rect">
            <a:avLst/>
          </a:prstGeom>
          <a:noFill/>
          <a:ln w="12700" cap="flat" cmpd="sng">
            <a:noFill/>
            <a:prstDash val="solid"/>
            <a:miter/>
          </a:ln>
        </p:spPr>
        <p:txBody>
          <a:bodyPr vert="horz" wrap="square" lIns="91440" tIns="45720" rIns="91440" bIns="45720" anchor="t" anchorCtr="0"/>
          <a:lstStyle/>
          <a:p>
            <a:pPr algn="l" eaLnBrk="1" latinLnBrk="0" hangingPunct="1"/>
            <a:fld id="{CAD2D6BD-DE1B-4B5F-8B41-2702339687B9}" type="datetime3">
              <a:rPr lang="en-US" altLang="zh-CN" sz="1400">
                <a:solidFill>
                  <a:schemeClr val="tx2"/>
                </a:solidFill>
                <a:latin typeface="Gill Sans MT" panose="020B0502020104020203" charset="0"/>
                <a:ea typeface="华文新魏" charset="0"/>
                <a:cs typeface="Gill Sans MT" panose="020B0502020104020203" charset="0"/>
              </a:rPr>
              <a:pPr algn="l" eaLnBrk="1" latinLnBrk="0" hangingPunct="1"/>
              <a:t>17 September 2025</a:t>
            </a:fld>
            <a:endParaRPr lang="zh-CN" altLang="en-US" sz="1400">
              <a:solidFill>
                <a:schemeClr val="tx2"/>
              </a:solidFill>
              <a:latin typeface="Gill Sans MT" panose="020B0502020104020203" charset="0"/>
              <a:ea typeface="华文新魏" charset="0"/>
              <a:cs typeface="Gill Sans MT" panose="020B0502020104020203" charset="0"/>
            </a:endParaRPr>
          </a:p>
        </p:txBody>
      </p:sp>
      <p:sp>
        <p:nvSpPr>
          <p:cNvPr id="5" name="文本框"/>
          <p:cNvSpPr>
            <a:spLocks noGrp="1"/>
          </p:cNvSpPr>
          <p:nvPr>
            <p:ph type="ftr" idx="3"/>
          </p:nvPr>
        </p:nvSpPr>
        <p:spPr>
          <a:xfrm>
            <a:off x="2898647" y="4767263"/>
            <a:ext cx="3505199" cy="274319"/>
          </a:xfrm>
          <a:prstGeom prst="rect">
            <a:avLst/>
          </a:prstGeom>
          <a:noFill/>
          <a:ln w="12700" cap="flat" cmpd="sng">
            <a:noFill/>
            <a:prstDash val="solid"/>
            <a:miter/>
          </a:ln>
        </p:spPr>
        <p:txBody>
          <a:bodyPr vert="horz" wrap="square" lIns="91440" tIns="45720" rIns="91440" bIns="45720" anchor="t" anchorCtr="0"/>
          <a:lstStyle/>
          <a:p>
            <a:pPr algn="r" eaLnBrk="1" latinLnBrk="0" hangingPunct="1"/>
            <a:r>
              <a:rPr lang="en-US" altLang="zh-CN" sz="1400">
                <a:solidFill>
                  <a:schemeClr val="tx2"/>
                </a:solidFill>
                <a:latin typeface="Gill Sans MT" panose="020B0502020104020203" charset="0"/>
                <a:ea typeface="华文新魏" charset="0"/>
                <a:cs typeface="Gill Sans MT" panose="020B0502020104020203" charset="0"/>
              </a:rPr>
              <a:t>DATA STRUCTURES – CYCLE 1 REVIEW</a:t>
            </a:r>
            <a:endParaRPr lang="zh-CN" altLang="en-US" sz="1400">
              <a:solidFill>
                <a:schemeClr val="tx2"/>
              </a:solidFill>
              <a:latin typeface="Gill Sans MT" panose="020B0502020104020203" charset="0"/>
              <a:ea typeface="华文新魏" charset="0"/>
              <a:cs typeface="Gill Sans MT" panose="020B0502020104020203" charset="0"/>
            </a:endParaRPr>
          </a:p>
        </p:txBody>
      </p:sp>
      <p:sp>
        <p:nvSpPr>
          <p:cNvPr id="6" name="文本框"/>
          <p:cNvSpPr>
            <a:spLocks noGrp="1"/>
          </p:cNvSpPr>
          <p:nvPr>
            <p:ph type="sldNum" idx="4"/>
          </p:nvPr>
        </p:nvSpPr>
        <p:spPr>
          <a:xfrm>
            <a:off x="612647" y="4767263"/>
            <a:ext cx="1981200" cy="274319"/>
          </a:xfrm>
          <a:prstGeom prst="rect">
            <a:avLst/>
          </a:prstGeom>
          <a:noFill/>
          <a:ln w="12700" cap="flat" cmpd="sng">
            <a:noFill/>
            <a:prstDash val="solid"/>
            <a:miter/>
          </a:ln>
        </p:spPr>
        <p:txBody>
          <a:bodyPr vert="horz" wrap="square" lIns="91440" tIns="45720" rIns="91440" bIns="45720" anchor="t" anchorCtr="0"/>
          <a:lstStyle/>
          <a:p>
            <a:pPr algn="l" eaLnBrk="1" latinLnBrk="0" hangingPunct="1"/>
            <a:fld id="{CAD2D6BD-DE1B-4B5F-8B41-2702339687B9}" type="slidenum">
              <a:rPr lang="en-US" altLang="zh-CN" sz="1400" b="0" i="0" u="none" strike="noStrike" kern="1200" cap="none" spc="0" baseline="0">
                <a:solidFill>
                  <a:schemeClr val="tx2"/>
                </a:solidFill>
                <a:latin typeface="Gill Sans MT" panose="020B0502020104020203" charset="0"/>
                <a:ea typeface="华文新魏" charset="0"/>
                <a:cs typeface="Gill Sans MT" panose="020B0502020104020203" charset="0"/>
              </a:rPr>
              <a:pPr algn="l" eaLnBrk="1" latinLnBrk="0" hangingPunct="1"/>
              <a:t>‹#›</a:t>
            </a:fld>
            <a:endParaRPr lang="zh-CN" altLang="en-US" sz="1400">
              <a:solidFill>
                <a:schemeClr val="tx2"/>
              </a:solidFill>
              <a:latin typeface="Gill Sans MT" panose="020B0502020104020203" charset="0"/>
              <a:ea typeface="华文新魏" charset="0"/>
              <a:cs typeface="Gill Sans MT" panose="020B0502020104020203" charset="0"/>
            </a:endParaRPr>
          </a:p>
        </p:txBody>
      </p:sp>
      <p:sp>
        <p:nvSpPr>
          <p:cNvPr id="7" name="直线"/>
          <p:cNvSpPr/>
          <p:nvPr/>
        </p:nvSpPr>
        <p:spPr>
          <a:xfrm>
            <a:off x="457200" y="4764881"/>
            <a:ext cx="8229600" cy="0"/>
          </a:xfrm>
          <a:prstGeom prst="line">
            <a:avLst/>
          </a:prstGeom>
          <a:noFill/>
          <a:ln w="9525" cap="flat" cmpd="sng">
            <a:solidFill>
              <a:srgbClr val="9FB8CD"/>
            </a:solidFill>
            <a:prstDash val="dash"/>
            <a:round/>
          </a:ln>
        </p:spPr>
      </p:sp>
      <p:sp>
        <p:nvSpPr>
          <p:cNvPr id="8" name="直线"/>
          <p:cNvSpPr/>
          <p:nvPr/>
        </p:nvSpPr>
        <p:spPr>
          <a:xfrm>
            <a:off x="457200" y="857250"/>
            <a:ext cx="8229600" cy="0"/>
          </a:xfrm>
          <a:prstGeom prst="line">
            <a:avLst/>
          </a:prstGeom>
          <a:noFill/>
          <a:ln w="9525" cap="flat" cmpd="sng">
            <a:solidFill>
              <a:srgbClr val="9FB8CD"/>
            </a:solidFill>
            <a:prstDash val="dash"/>
            <a:round/>
          </a:ln>
        </p:spPr>
      </p:sp>
      <p:sp>
        <p:nvSpPr>
          <p:cNvPr id="9" name="等腰三角形"/>
          <p:cNvSpPr>
            <a:spLocks noChangeAspect="1"/>
          </p:cNvSpPr>
          <p:nvPr/>
        </p:nvSpPr>
        <p:spPr>
          <a:xfrm rot="5400000">
            <a:off x="442957" y="4835567"/>
            <a:ext cx="143136" cy="120314"/>
          </a:xfrm>
          <a:prstGeom prst="triangle">
            <a:avLst>
              <a:gd name="adj" fmla="val 50000"/>
            </a:avLst>
          </a:prstGeom>
          <a:solidFill>
            <a:schemeClr val="accent2"/>
          </a:solidFill>
          <a:ln w="25400" cap="rnd" cmpd="sng">
            <a:noFill/>
            <a:prstDash val="solid"/>
            <a:roun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defTabSz="914400" eaLnBrk="1" fontAlgn="auto" latinLnBrk="0" hangingPunct="1">
        <a:spcBef>
          <a:spcPts val="0"/>
        </a:spcBef>
        <a:buNone/>
        <a:defRPr sz="3200" kern="1200">
          <a:solidFill>
            <a:schemeClr val="tx2"/>
          </a:solidFill>
          <a:latin typeface="Bookman Old Style" panose="02050604050505020204" charset="0"/>
          <a:ea typeface="SimSun" panose="02010600030101010101" pitchFamily="2" charset="-122"/>
          <a:cs typeface="Bookman Old Style" panose="02050604050505020204" charset="0"/>
        </a:defRPr>
      </a:lvl1pPr>
    </p:titleStyle>
    <p:bodyStyle>
      <a:lvl1pPr marL="274320" indent="-274320" algn="l" defTabSz="914400" eaLnBrk="1" fontAlgn="auto" latinLnBrk="0" hangingPunct="1">
        <a:spcBef>
          <a:spcPts val="600"/>
        </a:spcBef>
        <a:buClr>
          <a:schemeClr val="accent1"/>
        </a:buClr>
        <a:buSzPct val="76000"/>
        <a:buFont typeface="Wingdings 3" panose="05040102010807070707" charset="0"/>
        <a:buChar char=""/>
        <a:defRPr sz="2600" kern="1200">
          <a:solidFill>
            <a:schemeClr val="tx1"/>
          </a:solidFill>
          <a:latin typeface="Gill Sans MT" panose="020B0502020104020203" charset="0"/>
          <a:ea typeface="华文新魏" charset="0"/>
          <a:cs typeface="Gill Sans MT" panose="020B0502020104020203" charset="0"/>
        </a:defRPr>
      </a:lvl1pPr>
      <a:lvl2pPr marL="548640" indent="-274320" algn="l" defTabSz="914400" eaLnBrk="1" fontAlgn="auto" latinLnBrk="0" hangingPunct="1">
        <a:spcBef>
          <a:spcPts val="500"/>
        </a:spcBef>
        <a:buClr>
          <a:schemeClr val="accent2"/>
        </a:buClr>
        <a:buSzPct val="76000"/>
        <a:buFont typeface="Wingdings 3" panose="05040102010807070707" charset="0"/>
        <a:buChar char=""/>
        <a:defRPr sz="2300" kern="1200">
          <a:solidFill>
            <a:schemeClr val="tx2"/>
          </a:solidFill>
          <a:latin typeface="Gill Sans MT" panose="020B0502020104020203" charset="0"/>
          <a:ea typeface="华文新魏" charset="0"/>
          <a:cs typeface="Gill Sans MT" panose="020B0502020104020203" charset="0"/>
        </a:defRPr>
      </a:lvl2pPr>
      <a:lvl3pPr marL="822960" indent="-228600" algn="l" defTabSz="914400" eaLnBrk="1" fontAlgn="auto" latinLnBrk="0" hangingPunct="1">
        <a:spcBef>
          <a:spcPts val="500"/>
        </a:spcBef>
        <a:buClr>
          <a:srgbClr val="BCBCBC"/>
        </a:buClr>
        <a:buSzPct val="76000"/>
        <a:buFont typeface="Wingdings 3" panose="05040102010807070707" charset="0"/>
        <a:buChar char=""/>
        <a:defRPr sz="2000" kern="1200">
          <a:solidFill>
            <a:schemeClr val="tx1"/>
          </a:solidFill>
          <a:latin typeface="Gill Sans MT" panose="020B0502020104020203" charset="0"/>
          <a:ea typeface="华文新魏" charset="0"/>
          <a:cs typeface="Gill Sans MT" panose="020B0502020104020203" charset="0"/>
        </a:defRPr>
      </a:lvl3pPr>
      <a:lvl4pPr marL="1097280" indent="-228600" algn="l" defTabSz="914400" eaLnBrk="1" fontAlgn="auto" latinLnBrk="0" hangingPunct="1">
        <a:spcBef>
          <a:spcPts val="400"/>
        </a:spcBef>
        <a:buClr>
          <a:srgbClr val="8BA2B4"/>
        </a:buClr>
        <a:buSzPct val="70000"/>
        <a:buFont typeface="Wingdings" panose="05000000000000000000" charset="0"/>
        <a:buChar char=""/>
        <a:defRPr sz="1800" kern="1200">
          <a:solidFill>
            <a:schemeClr val="tx1"/>
          </a:solidFill>
          <a:latin typeface="Gill Sans MT" panose="020B0502020104020203" charset="0"/>
          <a:ea typeface="华文新魏" charset="0"/>
          <a:cs typeface="Gill Sans MT" panose="020B0502020104020203" charset="0"/>
        </a:defRPr>
      </a:lvl4pPr>
      <a:lvl5pPr marL="1371600" indent="-228600" algn="l" defTabSz="914400" eaLnBrk="1" fontAlgn="auto" latinLnBrk="0" hangingPunct="1">
        <a:spcBef>
          <a:spcPts val="300"/>
        </a:spcBef>
        <a:buClr>
          <a:schemeClr val="accent2"/>
        </a:buClr>
        <a:buSzPct val="70000"/>
        <a:buFont typeface="Wingdings" panose="05000000000000000000" charset="0"/>
        <a:buChar char=""/>
        <a:defRPr sz="1600" kern="1200">
          <a:solidFill>
            <a:schemeClr val="tx1"/>
          </a:solidFill>
          <a:latin typeface="Gill Sans MT" panose="020B0502020104020203" charset="0"/>
          <a:ea typeface="华文新魏" charset="0"/>
          <a:cs typeface="Gill Sans MT" panose="020B0502020104020203" charset="0"/>
        </a:defRPr>
      </a:lvl5pPr>
      <a:lvl6pPr marL="1645920" indent="-182880" algn="l" defTabSz="914400" eaLnBrk="1" fontAlgn="auto" latinLnBrk="0" hangingPunct="1">
        <a:spcBef>
          <a:spcPts val="300"/>
        </a:spcBef>
        <a:buClr>
          <a:srgbClr val="8BA2B4"/>
        </a:buClr>
        <a:buSzPct val="75000"/>
        <a:buFont typeface="Wingdings 3" panose="05040102010807070707" charset="0"/>
        <a:buChar char=""/>
        <a:defRPr sz="1600" kern="1200">
          <a:solidFill>
            <a:schemeClr val="tx1"/>
          </a:solidFill>
          <a:latin typeface="Gill Sans MT" panose="020B0502020104020203" charset="0"/>
          <a:ea typeface="华文新魏" charset="0"/>
          <a:cs typeface="Gill Sans MT" panose="020B0502020104020203" charset="0"/>
        </a:defRPr>
      </a:lvl6pPr>
      <a:lvl7pPr marL="1828800" indent="-182880" algn="l" defTabSz="914400" eaLnBrk="1" fontAlgn="auto" latinLnBrk="0" hangingPunct="1">
        <a:spcBef>
          <a:spcPts val="300"/>
        </a:spcBef>
        <a:buClr>
          <a:srgbClr val="646C8F"/>
        </a:buClr>
        <a:buSzPct val="75000"/>
        <a:buFont typeface="Wingdings 3" panose="05040102010807070707" charset="0"/>
        <a:buChar char=""/>
        <a:defRPr sz="1400" kern="1200">
          <a:solidFill>
            <a:schemeClr val="tx1"/>
          </a:solidFill>
          <a:latin typeface="Gill Sans MT" panose="020B0502020104020203" charset="0"/>
          <a:ea typeface="华文新魏" charset="0"/>
          <a:cs typeface="Gill Sans MT" panose="020B0502020104020203" charset="0"/>
        </a:defRPr>
      </a:lvl7pPr>
      <a:lvl8pPr marL="2011680" indent="-182880" algn="l" defTabSz="914400" eaLnBrk="1" fontAlgn="auto" latinLnBrk="0" hangingPunct="1">
        <a:spcBef>
          <a:spcPts val="300"/>
        </a:spcBef>
        <a:buClr>
          <a:srgbClr val="BCBCBC"/>
        </a:buClr>
        <a:buSzPct val="75000"/>
        <a:buFont typeface="Wingdings 3" panose="05040102010807070707" charset="0"/>
        <a:buChar char=""/>
        <a:defRPr sz="1400" kern="1200">
          <a:solidFill>
            <a:schemeClr val="tx1"/>
          </a:solidFill>
          <a:latin typeface="Gill Sans MT" panose="020B0502020104020203" charset="0"/>
          <a:ea typeface="华文新魏" charset="0"/>
          <a:cs typeface="Gill Sans MT" panose="020B0502020104020203" charset="0"/>
        </a:defRPr>
      </a:lvl8pPr>
      <a:lvl9pPr marL="2011680" indent="-182880" algn="l" defTabSz="914400" eaLnBrk="1" fontAlgn="auto" latinLnBrk="0" hangingPunct="1">
        <a:spcBef>
          <a:spcPts val="300"/>
        </a:spcBef>
        <a:buClr>
          <a:srgbClr val="BCBCBC"/>
        </a:buClr>
        <a:buSzPct val="75000"/>
        <a:buFont typeface="Wingdings 3" panose="05040102010807070707" charset="0"/>
        <a:buChar char=""/>
        <a:defRPr sz="1400" kern="1200">
          <a:solidFill>
            <a:schemeClr val="tx1"/>
          </a:solidFill>
          <a:latin typeface="Gill Sans MT" panose="020B0502020104020203" charset="0"/>
          <a:ea typeface="华文新魏" charset="0"/>
          <a:cs typeface="Gill Sans MT" panose="020B0502020104020203" charset="0"/>
        </a:defRPr>
      </a:lvl9pPr>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5.jpeg"/><Relationship Id="rId5" Type="http://schemas.openxmlformats.org/officeDocument/2006/relationships/image" Target="../media/image4.png"/><Relationship Id="rId4"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mt="29000"/>
          </a:blip>
        </a:blipFill>
        <a:effectLst/>
      </p:bgPr>
    </p:bg>
    <p:spTree>
      <p:nvGrpSpPr>
        <p:cNvPr id="1" name=""/>
        <p:cNvGrpSpPr/>
        <p:nvPr/>
      </p:nvGrpSpPr>
      <p:grpSpPr>
        <a:xfrm>
          <a:off x="0" y="0"/>
          <a:ext cx="0" cy="0"/>
          <a:chOff x="0" y="0"/>
          <a:chExt cx="0" cy="0"/>
        </a:xfrm>
      </p:grpSpPr>
      <p:sp>
        <p:nvSpPr>
          <p:cNvPr id="29" name="文本框"/>
          <p:cNvSpPr>
            <a:spLocks noGrp="1"/>
          </p:cNvSpPr>
          <p:nvPr>
            <p:ph type="title"/>
          </p:nvPr>
        </p:nvSpPr>
        <p:spPr>
          <a:xfrm>
            <a:off x="0" y="1"/>
            <a:ext cx="9144000" cy="1052513"/>
          </a:xfrm>
          <a:prstGeom prst="rect">
            <a:avLst/>
          </a:prstGeom>
          <a:solidFill>
            <a:srgbClr val="93BAC3"/>
          </a:solidFill>
          <a:ln w="12700" cap="flat" cmpd="sng">
            <a:solidFill>
              <a:srgbClr val="000000"/>
            </a:solidFill>
            <a:prstDash val="solid"/>
            <a:round/>
          </a:ln>
        </p:spPr>
        <p:txBody>
          <a:bodyPr vert="horz" wrap="square" lIns="91440" tIns="45720" rIns="91440" bIns="45720" anchor="b" anchorCtr="0"/>
          <a:lstStyle/>
          <a:p>
            <a:pPr marL="0" indent="0" algn="ctr">
              <a:lnSpc>
                <a:spcPct val="100000"/>
              </a:lnSpc>
              <a:spcBef>
                <a:spcPts val="0"/>
              </a:spcBef>
              <a:spcAft>
                <a:spcPts val="0"/>
              </a:spcAft>
              <a:buNone/>
            </a:pPr>
            <a:r>
              <a:rPr lang="en-US" altLang="zh-CN" sz="2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EGB1201 – JAVA PROGRAMMING</a:t>
            </a:r>
            <a:r>
              <a:rPr lang="zh-CN" altLang="en-US" sz="2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r>
            <a:br>
              <a:rPr lang="zh-CN" altLang="en-US" sz="2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br>
            <a:r>
              <a:rPr lang="en-US" altLang="zh-CN" sz="2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PROJECT REVIEW-1</a:t>
            </a:r>
            <a:endParaRPr lang="zh-CN" altLang="en-US" sz="28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0" name="矩形"/>
          <p:cNvSpPr/>
          <p:nvPr/>
        </p:nvSpPr>
        <p:spPr>
          <a:xfrm>
            <a:off x="762000" y="1123950"/>
            <a:ext cx="7772400" cy="3657600"/>
          </a:xfrm>
          <a:prstGeom prst="rect">
            <a:avLst/>
          </a:prstGeom>
          <a:noFill/>
          <a:ln w="12700" cap="flat" cmpd="sng">
            <a:noFill/>
            <a:prstDash val="solid"/>
            <a:miter/>
          </a:ln>
        </p:spPr>
        <p:txBody>
          <a:bodyPr vert="horz" wrap="square" lIns="45720" tIns="45720" rIns="45720" bIns="0" anchor="b" anchorCtr="0"/>
          <a:lstStyle/>
          <a:p>
            <a:pPr marL="0" indent="0" algn="ctr" eaLnBrk="1" fontAlgn="base" latinLnBrk="0" hangingPunct="1">
              <a:lnSpc>
                <a:spcPct val="100000"/>
              </a:lnSpc>
              <a:spcBef>
                <a:spcPts val="0"/>
              </a:spcBef>
              <a:spcAft>
                <a:spcPts val="0"/>
              </a:spcAft>
              <a:buNone/>
            </a:pPr>
            <a:endParaRPr lang="en-US" altLang="zh-CN" sz="2500" b="1" i="0" u="none" strike="noStrike" kern="1200" cap="none" spc="0" baseline="0" dirty="0">
              <a:solidFill>
                <a:srgbClr val="424242"/>
              </a:solidFill>
              <a:latin typeface="Times New Roman" panose="02020603050405020304" pitchFamily="18" charset="0"/>
              <a:ea typeface="华文新魏" charset="0"/>
              <a:cs typeface="Times New Roman" panose="02020603050405020304" pitchFamily="18" charset="0"/>
            </a:endParaRPr>
          </a:p>
          <a:p>
            <a:pPr marL="0" indent="0" algn="ctr" eaLnBrk="1" fontAlgn="base" latinLnBrk="0" hangingPunct="1">
              <a:lnSpc>
                <a:spcPct val="100000"/>
              </a:lnSpc>
              <a:spcBef>
                <a:spcPts val="0"/>
              </a:spcBef>
              <a:spcAft>
                <a:spcPts val="0"/>
              </a:spcAft>
              <a:buNone/>
            </a:pPr>
            <a:endParaRPr lang="en-US" altLang="zh-CN" sz="2500" b="1" i="0" u="none" strike="noStrike" kern="1200" cap="none" spc="0" baseline="0" dirty="0">
              <a:solidFill>
                <a:srgbClr val="424242"/>
              </a:solidFill>
              <a:latin typeface="Times New Roman" panose="02020603050405020304" pitchFamily="18" charset="0"/>
              <a:ea typeface="华文新魏" charset="0"/>
              <a:cs typeface="Times New Roman" panose="02020603050405020304" pitchFamily="18" charset="0"/>
            </a:endParaRPr>
          </a:p>
          <a:p>
            <a:pPr marL="0" indent="0" algn="ctr" eaLnBrk="1" fontAlgn="base" latinLnBrk="0" hangingPunct="1">
              <a:lnSpc>
                <a:spcPct val="100000"/>
              </a:lnSpc>
              <a:spcBef>
                <a:spcPts val="0"/>
              </a:spcBef>
              <a:spcAft>
                <a:spcPts val="0"/>
              </a:spcAft>
              <a:buNone/>
            </a:pPr>
            <a:endParaRPr lang="en-US" altLang="zh-CN" sz="2500" b="1" i="0" u="none" strike="noStrike" kern="1200" cap="none" spc="0" baseline="0" dirty="0">
              <a:solidFill>
                <a:srgbClr val="424242"/>
              </a:solidFill>
              <a:latin typeface="Times New Roman" panose="02020603050405020304" pitchFamily="18" charset="0"/>
              <a:ea typeface="华文新魏" charset="0"/>
              <a:cs typeface="Times New Roman" panose="02020603050405020304" pitchFamily="18" charset="0"/>
            </a:endParaRPr>
          </a:p>
          <a:p>
            <a:pPr marL="0" indent="0" algn="ctr" eaLnBrk="1" fontAlgn="base" latinLnBrk="0" hangingPunct="1">
              <a:lnSpc>
                <a:spcPct val="100000"/>
              </a:lnSpc>
              <a:spcBef>
                <a:spcPts val="0"/>
              </a:spcBef>
              <a:spcAft>
                <a:spcPts val="0"/>
              </a:spcAft>
              <a:buNone/>
            </a:pPr>
            <a:endParaRPr lang="en-US" altLang="zh-CN" sz="2500" b="1" i="0" u="none" strike="noStrike" kern="1200" cap="none" spc="0" baseline="0" dirty="0">
              <a:solidFill>
                <a:srgbClr val="424242"/>
              </a:solidFill>
              <a:latin typeface="Times New Roman" panose="02020603050405020304" pitchFamily="18" charset="0"/>
              <a:ea typeface="华文新魏" charset="0"/>
              <a:cs typeface="Times New Roman" panose="02020603050405020304" pitchFamily="18" charset="0"/>
            </a:endParaRPr>
          </a:p>
          <a:p>
            <a:pPr marL="0" indent="0" algn="ctr" eaLnBrk="1" fontAlgn="base" latinLnBrk="0" hangingPunct="1">
              <a:lnSpc>
                <a:spcPct val="100000"/>
              </a:lnSpc>
              <a:spcBef>
                <a:spcPts val="0"/>
              </a:spcBef>
              <a:spcAft>
                <a:spcPts val="0"/>
              </a:spcAft>
              <a:buNone/>
            </a:pPr>
            <a:endParaRPr lang="en-US" altLang="zh-CN" sz="2500" b="1" i="0" u="none" strike="noStrike" kern="1200" cap="none" spc="0" baseline="0" dirty="0">
              <a:solidFill>
                <a:srgbClr val="424242"/>
              </a:solidFill>
              <a:latin typeface="Times New Roman" panose="02020603050405020304" pitchFamily="18" charset="0"/>
              <a:ea typeface="华文新魏" charset="0"/>
              <a:cs typeface="Times New Roman" panose="02020603050405020304" pitchFamily="18" charset="0"/>
            </a:endParaRPr>
          </a:p>
          <a:p>
            <a:pPr marL="0" indent="0" algn="ctr" eaLnBrk="1" fontAlgn="base" latinLnBrk="0" hangingPunct="1">
              <a:lnSpc>
                <a:spcPct val="100000"/>
              </a:lnSpc>
              <a:spcBef>
                <a:spcPts val="0"/>
              </a:spcBef>
              <a:spcAft>
                <a:spcPts val="0"/>
              </a:spcAft>
              <a:buNone/>
            </a:pPr>
            <a:endParaRPr lang="en-US" altLang="zh-CN" sz="2500" b="1" i="0" u="none" strike="noStrike" kern="1200" cap="none" spc="0" baseline="0" dirty="0">
              <a:solidFill>
                <a:srgbClr val="424242"/>
              </a:solidFill>
              <a:latin typeface="Times New Roman" panose="02020603050405020304" pitchFamily="18" charset="0"/>
              <a:ea typeface="华文新魏" charset="0"/>
              <a:cs typeface="Times New Roman" panose="02020603050405020304" pitchFamily="18" charset="0"/>
            </a:endParaRPr>
          </a:p>
          <a:p>
            <a:pPr marL="0" indent="0" algn="ctr" eaLnBrk="1" fontAlgn="base" latinLnBrk="0" hangingPunct="1">
              <a:lnSpc>
                <a:spcPct val="100000"/>
              </a:lnSpc>
              <a:spcBef>
                <a:spcPts val="0"/>
              </a:spcBef>
              <a:spcAft>
                <a:spcPts val="0"/>
              </a:spcAft>
              <a:buNone/>
            </a:pPr>
            <a:endParaRPr lang="en-US" altLang="zh-CN" sz="2500" b="1" i="0" u="none" strike="noStrike" kern="1200" cap="none" spc="0" baseline="0" dirty="0">
              <a:solidFill>
                <a:srgbClr val="424242"/>
              </a:solidFill>
              <a:latin typeface="Times New Roman" panose="02020603050405020304" pitchFamily="18" charset="0"/>
              <a:ea typeface="华文新魏" charset="0"/>
              <a:cs typeface="Times New Roman" panose="02020603050405020304" pitchFamily="18" charset="0"/>
            </a:endParaRPr>
          </a:p>
          <a:p>
            <a:pPr marL="0" indent="0" algn="ctr" eaLnBrk="1" fontAlgn="base" latinLnBrk="0" hangingPunct="1">
              <a:lnSpc>
                <a:spcPct val="100000"/>
              </a:lnSpc>
              <a:spcBef>
                <a:spcPts val="0"/>
              </a:spcBef>
              <a:spcAft>
                <a:spcPts val="0"/>
              </a:spcAft>
              <a:buNone/>
            </a:pPr>
            <a:endParaRPr lang="en-US" altLang="zh-CN" sz="2500" b="1" i="0" u="none" strike="noStrike" kern="1200" cap="none" spc="0" baseline="0" dirty="0">
              <a:solidFill>
                <a:srgbClr val="424242"/>
              </a:solidFill>
              <a:latin typeface="Times New Roman" panose="02020603050405020304" pitchFamily="18" charset="0"/>
              <a:ea typeface="华文新魏" charset="0"/>
              <a:cs typeface="Times New Roman" panose="02020603050405020304" pitchFamily="18" charset="0"/>
            </a:endParaRPr>
          </a:p>
          <a:p>
            <a:pPr marL="0" indent="0" algn="ctr" eaLnBrk="1" fontAlgn="base" latinLnBrk="0" hangingPunct="1">
              <a:lnSpc>
                <a:spcPct val="100000"/>
              </a:lnSpc>
              <a:spcBef>
                <a:spcPts val="0"/>
              </a:spcBef>
              <a:spcAft>
                <a:spcPts val="0"/>
              </a:spcAft>
              <a:buNone/>
            </a:pPr>
            <a:endParaRPr lang="en-US" altLang="zh-CN" sz="2500" b="1" i="0" u="none" strike="noStrike" kern="1200" cap="none" spc="0" baseline="0" dirty="0">
              <a:solidFill>
                <a:srgbClr val="424242"/>
              </a:solidFill>
              <a:latin typeface="Times New Roman" panose="02020603050405020304" pitchFamily="18" charset="0"/>
              <a:ea typeface="华文新魏" charset="0"/>
              <a:cs typeface="Times New Roman" panose="02020603050405020304" pitchFamily="18" charset="0"/>
            </a:endParaRPr>
          </a:p>
          <a:p>
            <a:pPr marL="0" indent="0" algn="ctr" eaLnBrk="1" fontAlgn="base" latinLnBrk="0" hangingPunct="1">
              <a:lnSpc>
                <a:spcPct val="100000"/>
              </a:lnSpc>
              <a:spcBef>
                <a:spcPts val="0"/>
              </a:spcBef>
              <a:spcAft>
                <a:spcPts val="0"/>
              </a:spcAft>
              <a:buNone/>
            </a:pPr>
            <a:endParaRPr lang="en-US" altLang="zh-CN" sz="2500" b="1" i="0" u="none" strike="noStrike" kern="1200" cap="none" spc="0" baseline="0" dirty="0">
              <a:solidFill>
                <a:srgbClr val="424242"/>
              </a:solidFill>
              <a:latin typeface="Times New Roman" panose="02020603050405020304" pitchFamily="18" charset="0"/>
              <a:ea typeface="华文新魏" charset="0"/>
              <a:cs typeface="Times New Roman" panose="02020603050405020304" pitchFamily="18" charset="0"/>
            </a:endParaRPr>
          </a:p>
          <a:p>
            <a:pPr marL="0" indent="0" algn="ctr" eaLnBrk="1" fontAlgn="base" latinLnBrk="0" hangingPunct="1">
              <a:lnSpc>
                <a:spcPct val="100000"/>
              </a:lnSpc>
              <a:spcBef>
                <a:spcPts val="0"/>
              </a:spcBef>
              <a:spcAft>
                <a:spcPts val="0"/>
              </a:spcAft>
              <a:buNone/>
            </a:pPr>
            <a:endParaRPr lang="en-US" altLang="zh-CN" sz="2500" b="1" i="0" u="none" strike="noStrike" kern="1200" cap="none" spc="0" baseline="0" dirty="0">
              <a:solidFill>
                <a:srgbClr val="424242"/>
              </a:solidFill>
              <a:latin typeface="Times New Roman" panose="02020603050405020304" pitchFamily="18" charset="0"/>
              <a:ea typeface="华文新魏" charset="0"/>
              <a:cs typeface="Times New Roman" panose="02020603050405020304" pitchFamily="18" charset="0"/>
            </a:endParaRPr>
          </a:p>
          <a:p>
            <a:pPr marL="0" indent="0" algn="ctr" eaLnBrk="1" fontAlgn="base" latinLnBrk="0" hangingPunct="1">
              <a:lnSpc>
                <a:spcPct val="100000"/>
              </a:lnSpc>
              <a:spcBef>
                <a:spcPts val="0"/>
              </a:spcBef>
              <a:spcAft>
                <a:spcPts val="0"/>
              </a:spcAft>
              <a:buNone/>
            </a:pPr>
            <a:endParaRPr lang="en-US" altLang="zh-CN" sz="2500" b="1" i="0" u="none" strike="noStrike" kern="1200" cap="none" spc="0" baseline="0" dirty="0">
              <a:solidFill>
                <a:srgbClr val="424242"/>
              </a:solidFill>
              <a:latin typeface="Times New Roman" panose="02020603050405020304" pitchFamily="18" charset="0"/>
              <a:ea typeface="华文新魏" charset="0"/>
              <a:cs typeface="Times New Roman" panose="02020603050405020304" pitchFamily="18" charset="0"/>
            </a:endParaRPr>
          </a:p>
          <a:p>
            <a:pPr marL="0" indent="0" algn="ctr" eaLnBrk="1" fontAlgn="base" latinLnBrk="0" hangingPunct="1">
              <a:lnSpc>
                <a:spcPct val="100000"/>
              </a:lnSpc>
              <a:spcBef>
                <a:spcPts val="0"/>
              </a:spcBef>
              <a:spcAft>
                <a:spcPts val="0"/>
              </a:spcAft>
              <a:buNone/>
            </a:pPr>
            <a:r>
              <a:rPr lang="en-US" altLang="zh-CN" sz="2400" b="1" i="0" u="none" strike="noStrike" kern="1200" cap="none" spc="0" baseline="0" dirty="0">
                <a:solidFill>
                  <a:schemeClr val="tx1"/>
                </a:solidFill>
                <a:latin typeface="Times New Roman" panose="02020603050405020304" pitchFamily="18" charset="0"/>
                <a:ea typeface="华文新魏" charset="0"/>
                <a:cs typeface="Times New Roman" panose="02020603050405020304" pitchFamily="18" charset="0"/>
              </a:rPr>
              <a:t>Department of Electrical and Electronics Engineering</a:t>
            </a:r>
          </a:p>
          <a:p>
            <a:pPr marL="0" indent="0" algn="ctr" eaLnBrk="1" fontAlgn="base" latinLnBrk="0" hangingPunct="1">
              <a:lnSpc>
                <a:spcPct val="100000"/>
              </a:lnSpc>
              <a:spcBef>
                <a:spcPts val="0"/>
              </a:spcBef>
              <a:spcAft>
                <a:spcPts val="0"/>
              </a:spcAft>
              <a:buNone/>
            </a:pPr>
            <a:r>
              <a:rPr lang="en-US" altLang="zh-CN" sz="2400" b="1" i="0" u="none" strike="noStrike" kern="1200" cap="none" spc="0" baseline="0" dirty="0">
                <a:solidFill>
                  <a:schemeClr val="tx1"/>
                </a:solidFill>
                <a:latin typeface="Times New Roman" panose="02020603050405020304" pitchFamily="18" charset="0"/>
                <a:ea typeface="华文新魏" charset="0"/>
                <a:cs typeface="Times New Roman" panose="02020603050405020304" pitchFamily="18" charset="0"/>
              </a:rPr>
              <a:t>Academic Year: 2024 – 2025 (Odd Semester)</a:t>
            </a:r>
          </a:p>
          <a:p>
            <a:pPr marL="0" indent="0" algn="ctr" eaLnBrk="1" fontAlgn="base" latinLnBrk="0" hangingPunct="1">
              <a:lnSpc>
                <a:spcPct val="100000"/>
              </a:lnSpc>
              <a:spcBef>
                <a:spcPts val="0"/>
              </a:spcBef>
              <a:spcAft>
                <a:spcPts val="0"/>
              </a:spcAft>
              <a:buNone/>
            </a:pPr>
            <a:endParaRPr lang="en-US" altLang="zh-CN" sz="2400" b="1" i="0" u="none" strike="noStrike" kern="1200" cap="none" spc="0" baseline="0" dirty="0">
              <a:solidFill>
                <a:schemeClr val="tx1"/>
              </a:solidFill>
              <a:latin typeface="Times New Roman" panose="02020603050405020304" pitchFamily="18" charset="0"/>
              <a:ea typeface="华文新魏" charset="0"/>
              <a:cs typeface="Times New Roman" panose="02020603050405020304" pitchFamily="18" charset="0"/>
            </a:endParaRPr>
          </a:p>
          <a:p>
            <a:pPr marL="0" indent="0" algn="l" eaLnBrk="1" fontAlgn="base" latinLnBrk="0" hangingPunct="1">
              <a:lnSpc>
                <a:spcPct val="100000"/>
              </a:lnSpc>
              <a:spcBef>
                <a:spcPts val="0"/>
              </a:spcBef>
              <a:spcAft>
                <a:spcPts val="0"/>
              </a:spcAft>
              <a:buNone/>
            </a:pPr>
            <a:r>
              <a:rPr lang="en-US" altLang="zh-CN" sz="2400" b="1" i="0" u="none" strike="noStrike" kern="1200" cap="none" spc="0" baseline="0" dirty="0">
                <a:solidFill>
                  <a:schemeClr val="tx1"/>
                </a:solidFill>
                <a:latin typeface="Times New Roman" panose="02020603050405020304" pitchFamily="18" charset="0"/>
                <a:ea typeface="华文新魏" charset="0"/>
                <a:cs typeface="Times New Roman" panose="02020603050405020304" pitchFamily="18" charset="0"/>
              </a:rPr>
              <a:t>Register Number	: </a:t>
            </a:r>
            <a:r>
              <a:rPr lang="en-US" altLang="zh-CN" sz="2400" b="1" i="0" u="none" strike="noStrike" kern="1200" cap="none" spc="0" baseline="0" dirty="0" smtClean="0">
                <a:solidFill>
                  <a:schemeClr val="tx1"/>
                </a:solidFill>
                <a:latin typeface="Times New Roman" panose="02020603050405020304" pitchFamily="18" charset="0"/>
                <a:ea typeface="华文新魏" charset="0"/>
                <a:cs typeface="Times New Roman" panose="02020603050405020304" pitchFamily="18" charset="0"/>
              </a:rPr>
              <a:t>927624BEE097</a:t>
            </a:r>
            <a:endParaRPr lang="en-US" altLang="zh-CN" sz="2400" b="1" i="0" u="none" strike="noStrike" kern="1200" cap="none" spc="0" baseline="0" dirty="0">
              <a:solidFill>
                <a:schemeClr val="tx1"/>
              </a:solidFill>
              <a:latin typeface="Times New Roman" panose="02020603050405020304" pitchFamily="18" charset="0"/>
              <a:ea typeface="华文新魏" charset="0"/>
              <a:cs typeface="Times New Roman" panose="02020603050405020304" pitchFamily="18" charset="0"/>
            </a:endParaRPr>
          </a:p>
          <a:p>
            <a:pPr marL="0" indent="0" algn="l" eaLnBrk="1" fontAlgn="base" latinLnBrk="0" hangingPunct="1">
              <a:lnSpc>
                <a:spcPct val="100000"/>
              </a:lnSpc>
              <a:spcBef>
                <a:spcPts val="0"/>
              </a:spcBef>
              <a:spcAft>
                <a:spcPts val="0"/>
              </a:spcAft>
              <a:buNone/>
            </a:pPr>
            <a:r>
              <a:rPr lang="en-US" altLang="zh-CN" sz="2400" b="1" i="0" u="none" strike="noStrike" kern="1200" cap="none" spc="0" baseline="0" dirty="0">
                <a:solidFill>
                  <a:schemeClr val="tx1"/>
                </a:solidFill>
                <a:latin typeface="Times New Roman" panose="02020603050405020304" pitchFamily="18" charset="0"/>
                <a:ea typeface="华文新魏" charset="0"/>
                <a:cs typeface="Times New Roman" panose="02020603050405020304" pitchFamily="18" charset="0"/>
              </a:rPr>
              <a:t>Name			: </a:t>
            </a:r>
            <a:r>
              <a:rPr lang="en-US" altLang="zh-CN" sz="2400" b="1" i="0" u="none" strike="noStrike" kern="1200" cap="none" spc="0" baseline="0" dirty="0" smtClean="0">
                <a:solidFill>
                  <a:schemeClr val="tx1"/>
                </a:solidFill>
                <a:latin typeface="Times New Roman" panose="02020603050405020304" pitchFamily="18" charset="0"/>
                <a:ea typeface="华文新魏" charset="0"/>
                <a:cs typeface="Times New Roman" panose="02020603050405020304" pitchFamily="18" charset="0"/>
              </a:rPr>
              <a:t>SRIMUGHI.G</a:t>
            </a:r>
            <a:endParaRPr lang="en-US" altLang="zh-CN" sz="2400" b="1" i="0" u="none" strike="noStrike" kern="1200" cap="none" spc="0" baseline="0" dirty="0">
              <a:solidFill>
                <a:schemeClr val="tx1"/>
              </a:solidFill>
              <a:latin typeface="Times New Roman" panose="02020603050405020304" pitchFamily="18" charset="0"/>
              <a:ea typeface="华文新魏" charset="0"/>
              <a:cs typeface="Times New Roman" panose="02020603050405020304" pitchFamily="18" charset="0"/>
            </a:endParaRPr>
          </a:p>
          <a:p>
            <a:pPr marL="0" indent="0" algn="l" eaLnBrk="1" fontAlgn="base" latinLnBrk="0" hangingPunct="1">
              <a:lnSpc>
                <a:spcPct val="100000"/>
              </a:lnSpc>
              <a:spcBef>
                <a:spcPts val="0"/>
              </a:spcBef>
              <a:spcAft>
                <a:spcPts val="0"/>
              </a:spcAft>
              <a:buNone/>
            </a:pPr>
            <a:r>
              <a:rPr lang="en-US" altLang="zh-CN" sz="2400" b="1" i="0" u="none" strike="noStrike" kern="1200" cap="none" spc="0" baseline="0" dirty="0">
                <a:solidFill>
                  <a:schemeClr val="tx1"/>
                </a:solidFill>
                <a:latin typeface="Times New Roman" panose="02020603050405020304" pitchFamily="18" charset="0"/>
                <a:ea typeface="华文新魏" charset="0"/>
                <a:cs typeface="Times New Roman" panose="02020603050405020304" pitchFamily="18" charset="0"/>
              </a:rPr>
              <a:t>Year			: II</a:t>
            </a:r>
          </a:p>
          <a:p>
            <a:pPr marL="0" indent="0" algn="l" eaLnBrk="1" fontAlgn="base" latinLnBrk="0" hangingPunct="1">
              <a:lnSpc>
                <a:spcPct val="100000"/>
              </a:lnSpc>
              <a:spcBef>
                <a:spcPts val="0"/>
              </a:spcBef>
              <a:spcAft>
                <a:spcPts val="0"/>
              </a:spcAft>
              <a:buNone/>
            </a:pPr>
            <a:r>
              <a:rPr lang="en-US" altLang="zh-CN" sz="2400" b="1" i="0" u="none" strike="noStrike" kern="1200" cap="none" spc="0" baseline="0" dirty="0">
                <a:solidFill>
                  <a:schemeClr val="tx1"/>
                </a:solidFill>
                <a:latin typeface="Times New Roman" panose="02020603050405020304" pitchFamily="18" charset="0"/>
                <a:ea typeface="华文新魏" charset="0"/>
                <a:cs typeface="Times New Roman" panose="02020603050405020304" pitchFamily="18" charset="0"/>
              </a:rPr>
              <a:t>Semester		: III</a:t>
            </a:r>
          </a:p>
          <a:p>
            <a:pPr marL="0" indent="0" algn="l" eaLnBrk="1" fontAlgn="base" latinLnBrk="0" hangingPunct="1">
              <a:lnSpc>
                <a:spcPct val="100000"/>
              </a:lnSpc>
              <a:spcBef>
                <a:spcPts val="0"/>
              </a:spcBef>
              <a:spcAft>
                <a:spcPts val="0"/>
              </a:spcAft>
              <a:buNone/>
            </a:pPr>
            <a:r>
              <a:rPr lang="en-US" altLang="zh-CN" sz="2400" b="1" i="0" u="none" strike="noStrike" kern="1200" cap="none" spc="0" baseline="0" dirty="0">
                <a:solidFill>
                  <a:schemeClr val="tx1"/>
                </a:solidFill>
                <a:latin typeface="Times New Roman" panose="02020603050405020304" pitchFamily="18" charset="0"/>
                <a:ea typeface="华文新魏" charset="0"/>
                <a:cs typeface="Times New Roman" panose="02020603050405020304" pitchFamily="18" charset="0"/>
              </a:rPr>
              <a:t>Section		: </a:t>
            </a:r>
            <a:r>
              <a:rPr lang="en-US" altLang="zh-CN" sz="2400" b="1" i="0" u="none" strike="noStrike" kern="1200" cap="none" spc="0" baseline="0" dirty="0" smtClean="0">
                <a:solidFill>
                  <a:schemeClr val="tx1"/>
                </a:solidFill>
                <a:latin typeface="Times New Roman" panose="02020603050405020304" pitchFamily="18" charset="0"/>
                <a:ea typeface="华文新魏" charset="0"/>
                <a:cs typeface="Times New Roman" panose="02020603050405020304" pitchFamily="18" charset="0"/>
              </a:rPr>
              <a:t>EEE-B</a:t>
            </a:r>
            <a:endParaRPr lang="en-US" altLang="zh-CN" sz="2400" b="1" i="0" u="none" strike="noStrike" kern="1200" cap="none" spc="0" baseline="0" dirty="0">
              <a:solidFill>
                <a:schemeClr val="tx1"/>
              </a:solidFill>
              <a:latin typeface="Times New Roman" panose="02020603050405020304" pitchFamily="18" charset="0"/>
              <a:ea typeface="华文新魏" charset="0"/>
              <a:cs typeface="Times New Roman" panose="02020603050405020304" pitchFamily="18" charset="0"/>
            </a:endParaRPr>
          </a:p>
          <a:p>
            <a:pPr marL="0" indent="0" algn="l" eaLnBrk="1" fontAlgn="base" latinLnBrk="0" hangingPunct="1">
              <a:lnSpc>
                <a:spcPct val="100000"/>
              </a:lnSpc>
              <a:spcBef>
                <a:spcPts val="0"/>
              </a:spcBef>
              <a:spcAft>
                <a:spcPts val="0"/>
              </a:spcAft>
              <a:buNone/>
            </a:pPr>
            <a:r>
              <a:rPr lang="en-US" altLang="zh-CN" sz="2400" b="1" i="0" u="none" strike="noStrike" kern="1200" cap="none" spc="0" baseline="0" dirty="0">
                <a:solidFill>
                  <a:schemeClr val="tx1"/>
                </a:solidFill>
                <a:latin typeface="Times New Roman" panose="02020603050405020304" pitchFamily="18" charset="0"/>
                <a:ea typeface="华文新魏" charset="0"/>
                <a:cs typeface="Times New Roman" panose="02020603050405020304" pitchFamily="18" charset="0"/>
              </a:rPr>
              <a:t>Date			</a:t>
            </a:r>
            <a:r>
              <a:rPr lang="en-US" altLang="zh-CN" sz="2400" b="1" i="0" u="none" strike="noStrike" kern="1200" cap="none" spc="0" baseline="0">
                <a:solidFill>
                  <a:schemeClr val="tx1"/>
                </a:solidFill>
                <a:latin typeface="Times New Roman" panose="02020603050405020304" pitchFamily="18" charset="0"/>
                <a:ea typeface="华文新魏" charset="0"/>
                <a:cs typeface="Times New Roman" panose="02020603050405020304" pitchFamily="18" charset="0"/>
              </a:rPr>
              <a:t>: </a:t>
            </a:r>
            <a:r>
              <a:rPr lang="en-US" altLang="zh-CN" sz="2400" b="1" smtClean="0">
                <a:latin typeface="Times New Roman" panose="02020603050405020304" pitchFamily="18" charset="0"/>
                <a:ea typeface="华文新魏" charset="0"/>
                <a:cs typeface="Times New Roman" panose="02020603050405020304" pitchFamily="18" charset="0"/>
              </a:rPr>
              <a:t>20</a:t>
            </a:r>
            <a:r>
              <a:rPr lang="en-US" altLang="zh-CN" sz="2400" b="1" i="0" u="none" strike="noStrike" kern="1200" cap="none" spc="0" baseline="0" smtClean="0">
                <a:solidFill>
                  <a:schemeClr val="tx1"/>
                </a:solidFill>
                <a:latin typeface="Times New Roman" panose="02020603050405020304" pitchFamily="18" charset="0"/>
                <a:ea typeface="华文新魏" charset="0"/>
                <a:cs typeface="Times New Roman" panose="02020603050405020304" pitchFamily="18" charset="0"/>
              </a:rPr>
              <a:t>.09.2025</a:t>
            </a:r>
            <a:endParaRPr lang="zh-CN" altLang="en-US" sz="2400" b="1" i="0" u="none" strike="noStrike" kern="1200" cap="none" spc="0" baseline="0" dirty="0">
              <a:solidFill>
                <a:schemeClr val="tx1"/>
              </a:solidFill>
              <a:latin typeface="Times New Roman" panose="02020603050405020304" pitchFamily="18" charset="0"/>
              <a:ea typeface="华文新魏"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mt="29000"/>
          </a:blip>
        </a:blipFill>
        <a:effectLst/>
      </p:bgPr>
    </p:bg>
    <p:spTree>
      <p:nvGrpSpPr>
        <p:cNvPr id="1" name=""/>
        <p:cNvGrpSpPr/>
        <p:nvPr/>
      </p:nvGrpSpPr>
      <p:grpSpPr>
        <a:xfrm>
          <a:off x="0" y="0"/>
          <a:ext cx="0" cy="0"/>
          <a:chOff x="0" y="0"/>
          <a:chExt cx="0" cy="0"/>
        </a:xfrm>
      </p:grpSpPr>
      <p:sp>
        <p:nvSpPr>
          <p:cNvPr id="31" name="文本框"/>
          <p:cNvSpPr>
            <a:spLocks noGrp="1"/>
          </p:cNvSpPr>
          <p:nvPr>
            <p:ph type="title"/>
          </p:nvPr>
        </p:nvSpPr>
        <p:spPr>
          <a:xfrm>
            <a:off x="457200" y="171450"/>
            <a:ext cx="8229600" cy="685800"/>
          </a:xfrm>
          <a:prstGeom prst="rect">
            <a:avLst/>
          </a:prstGeom>
          <a:solidFill>
            <a:srgbClr val="93BAC3"/>
          </a:solidFill>
          <a:ln w="12700" cap="flat" cmpd="sng">
            <a:noFill/>
            <a:prstDash val="solid"/>
            <a:miter/>
          </a:ln>
        </p:spPr>
        <p:txBody>
          <a:bodyPr vert="horz" wrap="square" lIns="91440" tIns="45720" rIns="91440" bIns="45720" anchor="b" anchorCtr="0"/>
          <a:lstStyle/>
          <a:p>
            <a:pPr marL="0" indent="0" algn="ctr">
              <a:lnSpc>
                <a:spcPct val="100000"/>
              </a:lnSpc>
              <a:spcBef>
                <a:spcPts val="0"/>
              </a:spcBef>
              <a:spcAft>
                <a:spcPts val="0"/>
              </a:spcAft>
              <a:buNone/>
            </a:pPr>
            <a:r>
              <a:rPr lang="en-US" altLang="zh-CN"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Title of the Project</a:t>
            </a:r>
            <a:endParaRPr lang="zh-CN" altLang="en-US" sz="40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32" name="文本框"/>
          <p:cNvSpPr>
            <a:spLocks noGrp="1"/>
          </p:cNvSpPr>
          <p:nvPr>
            <p:ph type="ftr"/>
          </p:nvPr>
        </p:nvSpPr>
        <p:spPr>
          <a:xfrm>
            <a:off x="2438400" y="4767263"/>
            <a:ext cx="4340351" cy="376237"/>
          </a:xfrm>
          <a:prstGeom prst="rect">
            <a:avLst/>
          </a:prstGeom>
          <a:noFill/>
          <a:ln cap="flat" cmpd="sng">
            <a:noFill/>
            <a:prstDash val="solid"/>
            <a:miter/>
          </a:ln>
        </p:spPr>
        <p:txBody>
          <a:bodyPr vert="horz" wrap="square" lIns="91440" tIns="45720" rIns="91440" bIns="45720" anchor="t" anchorCtr="0"/>
          <a:lstStyle/>
          <a:p>
            <a:pPr marL="0" indent="0" algn="r" eaLnBrk="1" latinLnBrk="0" hangingPunct="1">
              <a:lnSpc>
                <a:spcPct val="100000"/>
              </a:lnSpc>
              <a:spcBef>
                <a:spcPts val="0"/>
              </a:spcBef>
              <a:spcAft>
                <a:spcPts val="0"/>
              </a:spcAft>
              <a:buNone/>
            </a:pPr>
            <a:r>
              <a:rPr lang="en-US" altLang="zh-CN"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rPr>
              <a:t>EGB1201 – JAVA PROGRAMMING –PROJECT REVIEW 1</a:t>
            </a:r>
            <a:endParaRPr lang="zh-CN" altLang="en-US"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endParaRPr>
          </a:p>
        </p:txBody>
      </p:sp>
      <p:sp>
        <p:nvSpPr>
          <p:cNvPr id="33" name="文本框"/>
          <p:cNvSpPr>
            <a:spLocks noGrp="1"/>
          </p:cNvSpPr>
          <p:nvPr>
            <p:ph type="sldNum"/>
          </p:nvPr>
        </p:nvSpPr>
        <p:spPr>
          <a:xfrm>
            <a:off x="612647" y="4767263"/>
            <a:ext cx="1981200" cy="274319"/>
          </a:xfrm>
          <a:prstGeom prst="rect">
            <a:avLst/>
          </a:prstGeom>
          <a:noFill/>
          <a:ln cap="flat" cmpd="sng">
            <a:noFill/>
            <a:prstDash val="solid"/>
            <a:miter/>
          </a:ln>
        </p:spPr>
        <p:txBody>
          <a:bodyPr vert="horz" wrap="square" lIns="91440" tIns="45720" rIns="91440" bIns="45720" anchor="t" anchorCtr="0"/>
          <a:lstStyle/>
          <a:p>
            <a:pPr marL="0" indent="0" algn="l" eaLnBrk="1" latinLnBrk="0" hangingPunct="1">
              <a:lnSpc>
                <a:spcPct val="100000"/>
              </a:lnSpc>
              <a:spcBef>
                <a:spcPts val="0"/>
              </a:spcBef>
              <a:spcAft>
                <a:spcPts val="0"/>
              </a:spcAft>
              <a:buNone/>
            </a:pPr>
            <a:fld id="{CAD2D6BD-DE1B-4B5F-8B41-2702339687B9}" type="slidenum">
              <a:rPr lang="en-US" altLang="zh-CN" sz="1400" b="0" i="0" u="none" strike="noStrike" kern="1200" cap="none" spc="0" baseline="0">
                <a:solidFill>
                  <a:schemeClr val="tx2"/>
                </a:solidFill>
                <a:latin typeface="Gill Sans MT" panose="020B0502020104020203" charset="0"/>
                <a:ea typeface="华文新魏" charset="0"/>
                <a:cs typeface="Gill Sans MT" panose="020B0502020104020203" charset="0"/>
              </a:rPr>
              <a:pPr marL="0" indent="0" algn="l" eaLnBrk="1" latinLnBrk="0" hangingPunct="1">
                <a:lnSpc>
                  <a:spcPct val="100000"/>
                </a:lnSpc>
                <a:spcBef>
                  <a:spcPts val="0"/>
                </a:spcBef>
                <a:spcAft>
                  <a:spcPts val="0"/>
                </a:spcAft>
                <a:buNone/>
              </a:pPr>
              <a:t>2</a:t>
            </a:fld>
            <a:endParaRPr lang="zh-CN" altLang="en-US" sz="1400" b="0" i="0" u="none" strike="noStrike" kern="1200" cap="none" spc="0" baseline="0">
              <a:solidFill>
                <a:schemeClr val="tx2"/>
              </a:solidFill>
              <a:latin typeface="Gill Sans MT" panose="020B0502020104020203" charset="0"/>
              <a:ea typeface="华文新魏" charset="0"/>
              <a:cs typeface="Gill Sans MT" panose="020B0502020104020203" charset="0"/>
            </a:endParaRPr>
          </a:p>
        </p:txBody>
      </p:sp>
      <p:sp>
        <p:nvSpPr>
          <p:cNvPr id="34" name="矩形"/>
          <p:cNvSpPr/>
          <p:nvPr/>
        </p:nvSpPr>
        <p:spPr>
          <a:xfrm>
            <a:off x="799641" y="1271070"/>
            <a:ext cx="7772400" cy="1224478"/>
          </a:xfrm>
          <a:prstGeom prst="rect">
            <a:avLst/>
          </a:prstGeom>
          <a:noFill/>
          <a:ln w="12700" cap="flat" cmpd="sng">
            <a:noFill/>
            <a:prstDash val="solid"/>
            <a:miter/>
          </a:ln>
        </p:spPr>
      </p:sp>
      <p:sp>
        <p:nvSpPr>
          <p:cNvPr id="35" name="文本框"/>
          <p:cNvSpPr>
            <a:spLocks noGrp="1"/>
          </p:cNvSpPr>
          <p:nvPr>
            <p:ph type="body" idx="1"/>
          </p:nvPr>
        </p:nvSpPr>
        <p:spPr>
          <a:xfrm>
            <a:off x="2057400" y="1504950"/>
            <a:ext cx="5016931" cy="1785765"/>
          </a:xfrm>
          <a:prstGeom prst="rect">
            <a:avLst/>
          </a:prstGeom>
          <a:noFill/>
          <a:ln w="12700" cap="flat" cmpd="sng">
            <a:noFill/>
            <a:prstDash val="solid"/>
            <a:miter/>
          </a:ln>
        </p:spPr>
        <p:txBody>
          <a:bodyPr vert="horz" wrap="square" lIns="91440" tIns="45720" rIns="91440" bIns="45720" anchor="t" anchorCtr="0"/>
          <a:lstStyle/>
          <a:p>
            <a:pPr marL="0" indent="0" algn="ctr">
              <a:lnSpc>
                <a:spcPct val="100000"/>
              </a:lnSpc>
              <a:spcBef>
                <a:spcPts val="600"/>
              </a:spcBef>
              <a:spcAft>
                <a:spcPts val="0"/>
              </a:spcAft>
              <a:buNone/>
            </a:pPr>
            <a:r>
              <a:rPr lang="en-US" altLang="zh-CN" b="1" dirty="0" smtClean="0">
                <a:latin typeface="Times New Roman" panose="02020603050405020304" pitchFamily="18" charset="0"/>
                <a:cs typeface="Times New Roman" panose="02020603050405020304" pitchFamily="18" charset="0"/>
              </a:rPr>
              <a:t>College  Hostel  Booking  System</a:t>
            </a:r>
          </a:p>
          <a:p>
            <a:pPr marL="0" indent="0" algn="ctr">
              <a:lnSpc>
                <a:spcPct val="100000"/>
              </a:lnSpc>
              <a:spcBef>
                <a:spcPts val="600"/>
              </a:spcBef>
              <a:spcAft>
                <a:spcPts val="0"/>
              </a:spcAft>
              <a:buNone/>
            </a:pPr>
            <a:endParaRPr lang="zh-CN" altLang="en-US" sz="2600" b="1" i="0" u="none" strike="noStrike" kern="1200" cap="none" spc="0" baseline="0" dirty="0">
              <a:solidFill>
                <a:schemeClr val="tx1"/>
              </a:solidFill>
              <a:latin typeface="Times New Roman" panose="02020603050405020304" pitchFamily="18" charset="0"/>
              <a:ea typeface="华文新魏" charset="0"/>
              <a:cs typeface="Times New Roman" panose="02020603050405020304" pitchFamily="18" charset="0"/>
            </a:endParaRPr>
          </a:p>
        </p:txBody>
      </p:sp>
      <p:sp>
        <p:nvSpPr>
          <p:cNvPr id="21506" name="AutoShape 2" descr="blob:https://web.whatsapp.com/e62dbd4f-0548-4516-ab05-c16f389ea31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1508" name="AutoShape 4" descr="blob:https://web.whatsapp.com/e62dbd4f-0548-4516-ab05-c16f389ea311"/>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1510" name="AutoShape 6" descr="blob:https://web.whatsapp.com/24b3b74f-1640-4bc4-9b4d-ceade37a967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1512" name="AutoShape 8" descr="blob:https://web.whatsapp.com/24b3b74f-1640-4bc4-9b4d-ceade37a9672"/>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1514" name="Picture 10" descr="C:\Users\admin\Downloads\24b3b74f-1640-4bc4-9b4d-ceade37a9672.jpg"/>
          <p:cNvPicPr>
            <a:picLocks noChangeAspect="1" noChangeArrowheads="1"/>
          </p:cNvPicPr>
          <p:nvPr/>
        </p:nvPicPr>
        <p:blipFill>
          <a:blip r:embed="rId4"/>
          <a:srcRect/>
          <a:stretch>
            <a:fillRect/>
          </a:stretch>
        </p:blipFill>
        <p:spPr bwMode="auto">
          <a:xfrm>
            <a:off x="3200400" y="2419350"/>
            <a:ext cx="2619375" cy="1743075"/>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mt="29000"/>
          </a:blip>
        </a:blipFill>
        <a:effectLst/>
      </p:bgPr>
    </p:bg>
    <p:spTree>
      <p:nvGrpSpPr>
        <p:cNvPr id="1" name=""/>
        <p:cNvGrpSpPr/>
        <p:nvPr/>
      </p:nvGrpSpPr>
      <p:grpSpPr>
        <a:xfrm>
          <a:off x="0" y="0"/>
          <a:ext cx="0" cy="0"/>
          <a:chOff x="0" y="0"/>
          <a:chExt cx="0" cy="0"/>
        </a:xfrm>
      </p:grpSpPr>
      <p:sp>
        <p:nvSpPr>
          <p:cNvPr id="44" name="文本框"/>
          <p:cNvSpPr>
            <a:spLocks noGrp="1"/>
          </p:cNvSpPr>
          <p:nvPr>
            <p:ph type="title"/>
          </p:nvPr>
        </p:nvSpPr>
        <p:spPr>
          <a:xfrm>
            <a:off x="457200" y="209550"/>
            <a:ext cx="8229600" cy="609600"/>
          </a:xfrm>
          <a:prstGeom prst="rect">
            <a:avLst/>
          </a:prstGeom>
          <a:solidFill>
            <a:srgbClr val="93BAC3"/>
          </a:solidFill>
          <a:ln w="12700" cap="flat" cmpd="sng">
            <a:noFill/>
            <a:prstDash val="solid"/>
            <a:miter/>
          </a:ln>
        </p:spPr>
        <p:txBody>
          <a:bodyPr vert="horz" wrap="square" lIns="91440" tIns="45720" rIns="91440" bIns="45720" anchor="b" anchorCtr="0"/>
          <a:lstStyle/>
          <a:p>
            <a:pPr marL="0" indent="0" algn="ctr">
              <a:lnSpc>
                <a:spcPct val="100000"/>
              </a:lnSpc>
              <a:spcBef>
                <a:spcPts val="0"/>
              </a:spcBef>
              <a:spcAft>
                <a:spcPts val="0"/>
              </a:spcAft>
              <a:buNone/>
            </a:pPr>
            <a:r>
              <a:rPr lang="en-US" altLang="zh-CN"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Abstract</a:t>
            </a:r>
            <a:r>
              <a:rPr lang="en-US" altLang="zh-CN" sz="32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 </a:t>
            </a:r>
            <a:endParaRPr lang="zh-CN" altLang="en-US" sz="4000" b="0"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45" name="文本框"/>
          <p:cNvSpPr>
            <a:spLocks noGrp="1"/>
          </p:cNvSpPr>
          <p:nvPr>
            <p:ph type="ftr"/>
          </p:nvPr>
        </p:nvSpPr>
        <p:spPr>
          <a:xfrm>
            <a:off x="2514600" y="4767263"/>
            <a:ext cx="4191000" cy="376237"/>
          </a:xfrm>
          <a:prstGeom prst="rect">
            <a:avLst/>
          </a:prstGeom>
          <a:noFill/>
          <a:ln cap="flat" cmpd="sng">
            <a:noFill/>
            <a:prstDash val="solid"/>
            <a:miter/>
          </a:ln>
        </p:spPr>
        <p:txBody>
          <a:bodyPr vert="horz" wrap="square" lIns="91440" tIns="45720" rIns="91440" bIns="45720" anchor="t" anchorCtr="0"/>
          <a:lstStyle/>
          <a:p>
            <a:pPr marL="0" indent="0" algn="r" eaLnBrk="1" latinLnBrk="0" hangingPunct="1">
              <a:lnSpc>
                <a:spcPct val="100000"/>
              </a:lnSpc>
              <a:spcBef>
                <a:spcPts val="0"/>
              </a:spcBef>
              <a:spcAft>
                <a:spcPts val="0"/>
              </a:spcAft>
              <a:buNone/>
            </a:pPr>
            <a:r>
              <a:rPr lang="en-US" altLang="zh-CN"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rPr>
              <a:t>EGB1201 – JAVA PROGRAMMING –PROJECT REVIEW 1</a:t>
            </a:r>
          </a:p>
          <a:p>
            <a:pPr marL="0" indent="0" algn="r" eaLnBrk="1" latinLnBrk="0" hangingPunct="1">
              <a:lnSpc>
                <a:spcPct val="100000"/>
              </a:lnSpc>
              <a:spcBef>
                <a:spcPts val="0"/>
              </a:spcBef>
              <a:spcAft>
                <a:spcPts val="0"/>
              </a:spcAft>
              <a:buNone/>
            </a:pPr>
            <a:endParaRPr lang="zh-CN" altLang="en-US"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endParaRPr>
          </a:p>
        </p:txBody>
      </p:sp>
      <p:sp>
        <p:nvSpPr>
          <p:cNvPr id="46" name="文本框"/>
          <p:cNvSpPr>
            <a:spLocks noGrp="1"/>
          </p:cNvSpPr>
          <p:nvPr>
            <p:ph type="sldNum"/>
          </p:nvPr>
        </p:nvSpPr>
        <p:spPr>
          <a:xfrm>
            <a:off x="612647" y="4767263"/>
            <a:ext cx="1981200" cy="274319"/>
          </a:xfrm>
          <a:prstGeom prst="rect">
            <a:avLst/>
          </a:prstGeom>
          <a:noFill/>
          <a:ln cap="flat" cmpd="sng">
            <a:noFill/>
            <a:prstDash val="solid"/>
            <a:miter/>
          </a:ln>
        </p:spPr>
        <p:txBody>
          <a:bodyPr vert="horz" wrap="square" lIns="91440" tIns="45720" rIns="91440" bIns="45720" anchor="t" anchorCtr="0"/>
          <a:lstStyle/>
          <a:p>
            <a:pPr marL="0" indent="0" algn="l" eaLnBrk="1" latinLnBrk="0" hangingPunct="1">
              <a:lnSpc>
                <a:spcPct val="100000"/>
              </a:lnSpc>
              <a:spcBef>
                <a:spcPts val="0"/>
              </a:spcBef>
              <a:spcAft>
                <a:spcPts val="0"/>
              </a:spcAft>
              <a:buNone/>
            </a:pPr>
            <a:fld id="{CAD2D6BD-DE1B-4B5F-8B41-2702339687B9}" type="slidenum">
              <a:rPr lang="en-US" altLang="zh-CN" sz="1400" b="0" i="0" u="none" strike="noStrike" kern="1200" cap="none" spc="0" baseline="0">
                <a:solidFill>
                  <a:schemeClr val="tx2"/>
                </a:solidFill>
                <a:latin typeface="Gill Sans MT" panose="020B0502020104020203" charset="0"/>
                <a:ea typeface="华文新魏" charset="0"/>
                <a:cs typeface="Gill Sans MT" panose="020B0502020104020203" charset="0"/>
              </a:rPr>
              <a:pPr marL="0" indent="0" algn="l" eaLnBrk="1" latinLnBrk="0" hangingPunct="1">
                <a:lnSpc>
                  <a:spcPct val="100000"/>
                </a:lnSpc>
                <a:spcBef>
                  <a:spcPts val="0"/>
                </a:spcBef>
                <a:spcAft>
                  <a:spcPts val="0"/>
                </a:spcAft>
                <a:buNone/>
              </a:pPr>
              <a:t>3</a:t>
            </a:fld>
            <a:endParaRPr lang="zh-CN" altLang="en-US" sz="1400" b="0" i="0" u="none" strike="noStrike" kern="1200" cap="none" spc="0" baseline="0">
              <a:solidFill>
                <a:schemeClr val="tx2"/>
              </a:solidFill>
              <a:latin typeface="Gill Sans MT" panose="020B0502020104020203" charset="0"/>
              <a:ea typeface="华文新魏" charset="0"/>
              <a:cs typeface="Gill Sans MT" panose="020B0502020104020203" charset="0"/>
            </a:endParaRPr>
          </a:p>
        </p:txBody>
      </p:sp>
      <p:sp>
        <p:nvSpPr>
          <p:cNvPr id="47" name="文本框"/>
          <p:cNvSpPr>
            <a:spLocks noGrp="1"/>
          </p:cNvSpPr>
          <p:nvPr>
            <p:ph type="body" idx="1"/>
          </p:nvPr>
        </p:nvSpPr>
        <p:spPr>
          <a:xfrm>
            <a:off x="457200" y="1123950"/>
            <a:ext cx="8229600" cy="3493769"/>
          </a:xfrm>
          <a:prstGeom prst="rect">
            <a:avLst/>
          </a:prstGeom>
          <a:noFill/>
          <a:ln w="12700" cap="flat" cmpd="sng">
            <a:noFill/>
            <a:prstDash val="solid"/>
            <a:miter/>
          </a:ln>
        </p:spPr>
        <p:txBody>
          <a:bodyPr vert="horz" wrap="square" lIns="91440" tIns="45720" rIns="91440" bIns="45720" anchor="t" anchorCtr="0"/>
          <a:lstStyle/>
          <a:p>
            <a:pPr algn="just">
              <a:buFont typeface="Wingdings" panose="05000000000000000000" charset="0"/>
              <a:buChar char="Ø"/>
            </a:pPr>
            <a:r>
              <a:rPr lang="en-US" altLang="zh-CN" sz="2000" dirty="0" smtClean="0">
                <a:solidFill>
                  <a:srgbClr val="0D0D0D"/>
                </a:solidFill>
                <a:latin typeface="Times New Roman" panose="02020603050405020304" pitchFamily="18" charset="0"/>
                <a:cs typeface="Times New Roman" panose="02020603050405020304" pitchFamily="18" charset="0"/>
              </a:rPr>
              <a:t>The College Hostel Booking System aims </a:t>
            </a:r>
            <a:r>
              <a:rPr lang="en-US" altLang="zh-CN" sz="2000" dirty="0" smtClean="0">
                <a:solidFill>
                  <a:srgbClr val="0D0D0D"/>
                </a:solidFill>
                <a:latin typeface="Times New Roman" panose="02020603050405020304" pitchFamily="18" charset="0"/>
                <a:cs typeface="Times New Roman" panose="02020603050405020304" pitchFamily="18" charset="0"/>
              </a:rPr>
              <a:t>to hostel </a:t>
            </a:r>
            <a:r>
              <a:rPr lang="en-US" altLang="zh-CN" sz="2000" dirty="0" smtClean="0">
                <a:solidFill>
                  <a:srgbClr val="0D0D0D"/>
                </a:solidFill>
                <a:latin typeface="Times New Roman" panose="02020603050405020304" pitchFamily="18" charset="0"/>
                <a:cs typeface="Times New Roman" panose="02020603050405020304" pitchFamily="18" charset="0"/>
              </a:rPr>
              <a:t>room booking using Java.</a:t>
            </a:r>
          </a:p>
          <a:p>
            <a:pPr algn="just">
              <a:buFont typeface="Wingdings" panose="05000000000000000000" charset="0"/>
              <a:buChar char="Ø"/>
            </a:pPr>
            <a:r>
              <a:rPr lang="en-US" altLang="zh-CN" sz="2000" dirty="0" smtClean="0">
                <a:solidFill>
                  <a:srgbClr val="0D0D0D"/>
                </a:solidFill>
                <a:latin typeface="Times New Roman" panose="02020603050405020304" pitchFamily="18" charset="0"/>
                <a:cs typeface="Times New Roman" panose="02020603050405020304" pitchFamily="18" charset="0"/>
              </a:rPr>
              <a:t>Students can </a:t>
            </a:r>
            <a:r>
              <a:rPr lang="en-US" altLang="zh-CN" sz="2000" dirty="0" err="1" smtClean="0">
                <a:solidFill>
                  <a:srgbClr val="0D0D0D"/>
                </a:solidFill>
                <a:latin typeface="Times New Roman" panose="02020603050405020304" pitchFamily="18" charset="0"/>
                <a:cs typeface="Times New Roman" panose="02020603050405020304" pitchFamily="18" charset="0"/>
              </a:rPr>
              <a:t>register,login,check</a:t>
            </a:r>
            <a:r>
              <a:rPr lang="en-US" altLang="zh-CN" sz="2000" dirty="0" smtClean="0">
                <a:solidFill>
                  <a:srgbClr val="0D0D0D"/>
                </a:solidFill>
                <a:latin typeface="Times New Roman" panose="02020603050405020304" pitchFamily="18" charset="0"/>
                <a:cs typeface="Times New Roman" panose="02020603050405020304" pitchFamily="18" charset="0"/>
              </a:rPr>
              <a:t> </a:t>
            </a:r>
            <a:r>
              <a:rPr lang="en-US" altLang="zh-CN" sz="2000" dirty="0" smtClean="0">
                <a:solidFill>
                  <a:srgbClr val="0D0D0D"/>
                </a:solidFill>
                <a:latin typeface="Times New Roman" panose="02020603050405020304" pitchFamily="18" charset="0"/>
                <a:cs typeface="Times New Roman" panose="02020603050405020304" pitchFamily="18" charset="0"/>
              </a:rPr>
              <a:t>available rooms and apply for hostel accommodation.</a:t>
            </a:r>
          </a:p>
          <a:p>
            <a:pPr algn="just">
              <a:buFont typeface="Wingdings" panose="05000000000000000000" charset="0"/>
              <a:buChar char="Ø"/>
            </a:pPr>
            <a:r>
              <a:rPr lang="en-US" altLang="zh-CN" sz="2000" dirty="0" smtClean="0">
                <a:solidFill>
                  <a:srgbClr val="0D0D0D"/>
                </a:solidFill>
                <a:latin typeface="Times New Roman" panose="02020603050405020304" pitchFamily="18" charset="0"/>
                <a:cs typeface="Times New Roman" panose="02020603050405020304" pitchFamily="18" charset="0"/>
              </a:rPr>
              <a:t>The admin can update room details, approve or reject bookings, and track occupancy.</a:t>
            </a:r>
          </a:p>
          <a:p>
            <a:pPr algn="just">
              <a:buFont typeface="Wingdings" panose="05000000000000000000" charset="0"/>
              <a:buChar char="Ø"/>
            </a:pPr>
            <a:r>
              <a:rPr lang="en-US" altLang="zh-CN" sz="2000" dirty="0" smtClean="0">
                <a:solidFill>
                  <a:srgbClr val="0D0D0D"/>
                </a:solidFill>
                <a:latin typeface="Times New Roman" panose="02020603050405020304" pitchFamily="18" charset="0"/>
                <a:cs typeface="Times New Roman" panose="02020603050405020304" pitchFamily="18" charset="0"/>
              </a:rPr>
              <a:t>This system helps reduce manual work and saves time for hostel staff and students.</a:t>
            </a:r>
          </a:p>
          <a:p>
            <a:pPr algn="just">
              <a:buFont typeface="Wingdings" panose="05000000000000000000" charset="0"/>
              <a:buChar char="Ø"/>
            </a:pPr>
            <a:r>
              <a:rPr lang="en-US" altLang="zh-CN" sz="2000" dirty="0" smtClean="0">
                <a:solidFill>
                  <a:srgbClr val="0D0D0D"/>
                </a:solidFill>
                <a:latin typeface="Times New Roman" panose="02020603050405020304" pitchFamily="18" charset="0"/>
                <a:cs typeface="Times New Roman" panose="02020603050405020304" pitchFamily="18" charset="0"/>
              </a:rPr>
              <a:t>The main goal is to make the booking process easy, fast and transparent</a:t>
            </a:r>
            <a:r>
              <a:rPr lang="en-US" altLang="zh-CN" sz="1800" dirty="0" smtClean="0">
                <a:solidFill>
                  <a:srgbClr val="0D0D0D"/>
                </a:solidFill>
                <a:latin typeface="Times New Roman" panose="02020603050405020304" pitchFamily="18" charset="0"/>
                <a:cs typeface="Times New Roman" panose="02020603050405020304" pitchFamily="18" charset="0"/>
              </a:rPr>
              <a:t>.</a:t>
            </a:r>
            <a:endParaRPr lang="zh-CN" altLang="en-US" sz="1800" b="0" i="0" u="none" strike="noStrike" kern="1200" cap="none" spc="0" baseline="0" dirty="0">
              <a:solidFill>
                <a:srgbClr val="0D0D0D"/>
              </a:solidFill>
              <a:latin typeface="Times New Roman" panose="02020603050405020304" pitchFamily="18" charset="0"/>
              <a:ea typeface="华文新魏"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mt="29000"/>
          </a:blip>
        </a:blipFill>
        <a:effectLst/>
      </p:bgPr>
    </p:bg>
    <p:spTree>
      <p:nvGrpSpPr>
        <p:cNvPr id="1" name=""/>
        <p:cNvGrpSpPr/>
        <p:nvPr/>
      </p:nvGrpSpPr>
      <p:grpSpPr>
        <a:xfrm>
          <a:off x="0" y="0"/>
          <a:ext cx="0" cy="0"/>
          <a:chOff x="0" y="0"/>
          <a:chExt cx="0" cy="0"/>
        </a:xfrm>
      </p:grpSpPr>
      <p:sp>
        <p:nvSpPr>
          <p:cNvPr id="50" name="文本框"/>
          <p:cNvSpPr>
            <a:spLocks noGrp="1"/>
          </p:cNvSpPr>
          <p:nvPr>
            <p:ph type="title"/>
          </p:nvPr>
        </p:nvSpPr>
        <p:spPr>
          <a:xfrm>
            <a:off x="685800" y="171450"/>
            <a:ext cx="8000999" cy="495300"/>
          </a:xfrm>
          <a:prstGeom prst="rect">
            <a:avLst/>
          </a:prstGeom>
          <a:solidFill>
            <a:srgbClr val="93BAC3"/>
          </a:solidFill>
          <a:ln w="12700" cap="flat" cmpd="sng">
            <a:noFill/>
            <a:prstDash val="solid"/>
            <a:miter/>
          </a:ln>
        </p:spPr>
        <p:txBody>
          <a:bodyPr vert="horz" wrap="square" lIns="91440" tIns="45720" rIns="91440" bIns="45720" anchor="b" anchorCtr="0"/>
          <a:lstStyle/>
          <a:p>
            <a:pPr marL="0" indent="0" algn="ctr">
              <a:lnSpc>
                <a:spcPct val="100000"/>
              </a:lnSpc>
              <a:spcBef>
                <a:spcPts val="0"/>
              </a:spcBef>
              <a:spcAft>
                <a:spcPts val="0"/>
              </a:spcAft>
              <a:buNone/>
            </a:pPr>
            <a:r>
              <a:rPr lang="en-US" altLang="zh-CN"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Abstract with CO/PO Mapping</a:t>
            </a:r>
            <a:endParaRPr lang="zh-CN" altLang="en-US" sz="40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51" name="文本框"/>
          <p:cNvSpPr>
            <a:spLocks noGrp="1"/>
          </p:cNvSpPr>
          <p:nvPr>
            <p:ph type="ftr"/>
          </p:nvPr>
        </p:nvSpPr>
        <p:spPr>
          <a:xfrm>
            <a:off x="2819400" y="4767263"/>
            <a:ext cx="4114800" cy="376237"/>
          </a:xfrm>
          <a:prstGeom prst="rect">
            <a:avLst/>
          </a:prstGeom>
          <a:noFill/>
          <a:ln cap="flat" cmpd="sng">
            <a:noFill/>
            <a:prstDash val="solid"/>
            <a:miter/>
          </a:ln>
        </p:spPr>
        <p:txBody>
          <a:bodyPr vert="horz" wrap="square" lIns="91440" tIns="45720" rIns="91440" bIns="45720" anchor="t" anchorCtr="0"/>
          <a:lstStyle/>
          <a:p>
            <a:pPr marL="0" indent="0" algn="r" eaLnBrk="1" latinLnBrk="0" hangingPunct="1">
              <a:lnSpc>
                <a:spcPct val="100000"/>
              </a:lnSpc>
              <a:spcBef>
                <a:spcPts val="0"/>
              </a:spcBef>
              <a:spcAft>
                <a:spcPts val="0"/>
              </a:spcAft>
              <a:buNone/>
            </a:pPr>
            <a:r>
              <a:rPr lang="en-US" altLang="zh-CN"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rPr>
              <a:t>EGB1201 – JAVA PROGRAMMING –PROJECT REVIEW 1</a:t>
            </a:r>
            <a:endParaRPr lang="zh-CN" altLang="en-US"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endParaRPr>
          </a:p>
        </p:txBody>
      </p:sp>
      <p:sp>
        <p:nvSpPr>
          <p:cNvPr id="52" name="文本框"/>
          <p:cNvSpPr>
            <a:spLocks noGrp="1"/>
          </p:cNvSpPr>
          <p:nvPr>
            <p:ph type="sldNum"/>
          </p:nvPr>
        </p:nvSpPr>
        <p:spPr>
          <a:xfrm>
            <a:off x="612647" y="4767263"/>
            <a:ext cx="1981200" cy="274319"/>
          </a:xfrm>
          <a:prstGeom prst="rect">
            <a:avLst/>
          </a:prstGeom>
          <a:noFill/>
          <a:ln cap="flat" cmpd="sng">
            <a:noFill/>
            <a:prstDash val="solid"/>
            <a:miter/>
          </a:ln>
        </p:spPr>
        <p:txBody>
          <a:bodyPr vert="horz" wrap="square" lIns="91440" tIns="45720" rIns="91440" bIns="45720" anchor="t" anchorCtr="0"/>
          <a:lstStyle/>
          <a:p>
            <a:pPr marL="0" indent="0" algn="l" eaLnBrk="1" latinLnBrk="0" hangingPunct="1">
              <a:lnSpc>
                <a:spcPct val="100000"/>
              </a:lnSpc>
              <a:spcBef>
                <a:spcPts val="0"/>
              </a:spcBef>
              <a:spcAft>
                <a:spcPts val="0"/>
              </a:spcAft>
              <a:buNone/>
            </a:pPr>
            <a:fld id="{CAD2D6BD-DE1B-4B5F-8B41-2702339687B9}" type="slidenum">
              <a:rPr lang="en-US" altLang="zh-CN" sz="1400" b="0" i="0" u="none" strike="noStrike" kern="1200" cap="none" spc="0" baseline="0">
                <a:solidFill>
                  <a:schemeClr val="tx2"/>
                </a:solidFill>
                <a:latin typeface="Gill Sans MT" panose="020B0502020104020203" charset="0"/>
                <a:ea typeface="华文新魏" charset="0"/>
                <a:cs typeface="Gill Sans MT" panose="020B0502020104020203" charset="0"/>
              </a:rPr>
              <a:pPr marL="0" indent="0" algn="l" eaLnBrk="1" latinLnBrk="0" hangingPunct="1">
                <a:lnSpc>
                  <a:spcPct val="100000"/>
                </a:lnSpc>
                <a:spcBef>
                  <a:spcPts val="0"/>
                </a:spcBef>
                <a:spcAft>
                  <a:spcPts val="0"/>
                </a:spcAft>
                <a:buNone/>
              </a:pPr>
              <a:t>4</a:t>
            </a:fld>
            <a:endParaRPr lang="zh-CN" altLang="en-US" sz="1400" b="0" i="0" u="none" strike="noStrike" kern="1200" cap="none" spc="0" baseline="0">
              <a:solidFill>
                <a:schemeClr val="tx2"/>
              </a:solidFill>
              <a:latin typeface="Gill Sans MT" panose="020B0502020104020203" charset="0"/>
              <a:ea typeface="华文新魏" charset="0"/>
              <a:cs typeface="Gill Sans MT" panose="020B0502020104020203" charset="0"/>
            </a:endParaRPr>
          </a:p>
        </p:txBody>
      </p:sp>
      <p:sp>
        <p:nvSpPr>
          <p:cNvPr id="53" name="矩形"/>
          <p:cNvSpPr/>
          <p:nvPr/>
        </p:nvSpPr>
        <p:spPr>
          <a:xfrm>
            <a:off x="799641" y="1271070"/>
            <a:ext cx="7772400" cy="1224478"/>
          </a:xfrm>
          <a:prstGeom prst="rect">
            <a:avLst/>
          </a:prstGeom>
          <a:noFill/>
          <a:ln w="12700" cap="flat" cmpd="sng">
            <a:noFill/>
            <a:prstDash val="solid"/>
            <a:miter/>
          </a:ln>
        </p:spPr>
      </p:sp>
      <p:graphicFrame>
        <p:nvGraphicFramePr>
          <p:cNvPr id="54" name="Table"/>
          <p:cNvGraphicFramePr>
            <a:graphicFrameLocks noGrp="1"/>
          </p:cNvGraphicFramePr>
          <p:nvPr/>
        </p:nvGraphicFramePr>
        <p:xfrm>
          <a:off x="533400" y="1123950"/>
          <a:ext cx="8153348" cy="3238478"/>
        </p:xfrm>
        <a:graphic>
          <a:graphicData uri="http://schemas.openxmlformats.org/drawingml/2006/table">
            <a:tbl>
              <a:tblPr bandRow="1">
                <a:noFill/>
              </a:tblPr>
              <a:tblGrid>
                <a:gridCol w="5867400">
                  <a:extLst>
                    <a:ext uri="{9D8B030D-6E8A-4147-A177-3AD203B41FA5}">
                      <a16:colId xmlns="" xmlns:a16="http://schemas.microsoft.com/office/drawing/2014/main" val="20000"/>
                    </a:ext>
                  </a:extLst>
                </a:gridCol>
                <a:gridCol w="762000">
                  <a:extLst>
                    <a:ext uri="{9D8B030D-6E8A-4147-A177-3AD203B41FA5}">
                      <a16:colId xmlns="" xmlns:a16="http://schemas.microsoft.com/office/drawing/2014/main" val="20001"/>
                    </a:ext>
                  </a:extLst>
                </a:gridCol>
                <a:gridCol w="762000">
                  <a:extLst>
                    <a:ext uri="{9D8B030D-6E8A-4147-A177-3AD203B41FA5}">
                      <a16:colId xmlns="" xmlns:a16="http://schemas.microsoft.com/office/drawing/2014/main" val="20002"/>
                    </a:ext>
                  </a:extLst>
                </a:gridCol>
                <a:gridCol w="761948">
                  <a:extLst>
                    <a:ext uri="{9D8B030D-6E8A-4147-A177-3AD203B41FA5}">
                      <a16:colId xmlns="" xmlns:a16="http://schemas.microsoft.com/office/drawing/2014/main" val="20003"/>
                    </a:ext>
                  </a:extLst>
                </a:gridCol>
              </a:tblGrid>
              <a:tr h="438714">
                <a:tc>
                  <a:txBody>
                    <a:bodyPr/>
                    <a:lstStyle/>
                    <a:p>
                      <a:pPr marL="0" indent="0" algn="ctr" eaLnBrk="1" latinLnBrk="0" hangingPunct="1">
                        <a:lnSpc>
                          <a:spcPct val="100000"/>
                        </a:lnSpc>
                        <a:spcBef>
                          <a:spcPts val="0"/>
                        </a:spcBef>
                        <a:spcAft>
                          <a:spcPts val="0"/>
                        </a:spcAft>
                        <a:buNone/>
                      </a:pPr>
                      <a:r>
                        <a:rPr lang="en-US" altLang="zh-CN" sz="1800" b="1" i="0" u="none" strike="noStrike" kern="1200" cap="none" spc="0" baseline="0" dirty="0">
                          <a:solidFill>
                            <a:srgbClr val="0D0D0D"/>
                          </a:solidFill>
                          <a:latin typeface="Times New Roman" panose="02020603050405020304" pitchFamily="18" charset="0"/>
                          <a:ea typeface="华文新魏" charset="0"/>
                          <a:cs typeface="Times New Roman" panose="02020603050405020304" pitchFamily="18" charset="0"/>
                        </a:rPr>
                        <a:t>Abstract</a:t>
                      </a:r>
                      <a:endParaRPr lang="zh-CN" altLang="en-US" sz="1800" b="1" i="0" u="none" strike="noStrike" kern="1200" cap="none" spc="0" baseline="0" dirty="0">
                        <a:solidFill>
                          <a:srgbClr val="0D0D0D"/>
                        </a:solidFill>
                        <a:latin typeface="Times New Roman" panose="02020603050405020304" pitchFamily="18" charset="0"/>
                        <a:ea typeface="华文新魏" charset="0"/>
                        <a:cs typeface="Times New Roman" panose="02020603050405020304" pitchFamily="18"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DDE9EC"/>
                    </a:solidFill>
                  </a:tcPr>
                </a:tc>
                <a:tc>
                  <a:txBody>
                    <a:bodyPr/>
                    <a:lstStyle/>
                    <a:p>
                      <a:pPr marL="0" indent="0" algn="ctr" eaLnBrk="1" latinLnBrk="0" hangingPunct="1">
                        <a:lnSpc>
                          <a:spcPct val="100000"/>
                        </a:lnSpc>
                        <a:spcBef>
                          <a:spcPts val="0"/>
                        </a:spcBef>
                        <a:spcAft>
                          <a:spcPts val="0"/>
                        </a:spcAft>
                        <a:buNone/>
                      </a:pPr>
                      <a:r>
                        <a:rPr lang="en-US" altLang="zh-CN" sz="1800" b="1" i="0" u="none" strike="noStrike" kern="1200" cap="none" spc="0" baseline="0">
                          <a:solidFill>
                            <a:srgbClr val="0D0D0D"/>
                          </a:solidFill>
                          <a:latin typeface="Times New Roman" panose="02020603050405020304" pitchFamily="18" charset="0"/>
                          <a:ea typeface="华文新魏" charset="0"/>
                          <a:cs typeface="Times New Roman" panose="02020603050405020304" pitchFamily="18" charset="0"/>
                        </a:rPr>
                        <a:t>CO</a:t>
                      </a:r>
                      <a:endParaRPr lang="zh-CN" altLang="en-US" sz="1800" b="1" i="0" u="none" strike="noStrike" kern="1200" cap="none" spc="0" baseline="0">
                        <a:solidFill>
                          <a:srgbClr val="0D0D0D"/>
                        </a:solidFill>
                        <a:latin typeface="Times New Roman" panose="02020603050405020304" pitchFamily="18" charset="0"/>
                        <a:ea typeface="华文新魏" charset="0"/>
                        <a:cs typeface="Times New Roman" panose="02020603050405020304" pitchFamily="18"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DDE9EC"/>
                    </a:solidFill>
                  </a:tcPr>
                </a:tc>
                <a:tc>
                  <a:txBody>
                    <a:bodyPr/>
                    <a:lstStyle/>
                    <a:p>
                      <a:pPr marL="0" indent="0" algn="ctr" eaLnBrk="1" latinLnBrk="0" hangingPunct="1">
                        <a:lnSpc>
                          <a:spcPct val="100000"/>
                        </a:lnSpc>
                        <a:spcBef>
                          <a:spcPts val="0"/>
                        </a:spcBef>
                        <a:spcAft>
                          <a:spcPts val="0"/>
                        </a:spcAft>
                        <a:buNone/>
                      </a:pPr>
                      <a:r>
                        <a:rPr lang="en-US" altLang="zh-CN" sz="1800" b="1" i="0" u="none" strike="noStrike" kern="1200" cap="none" spc="0" baseline="0">
                          <a:solidFill>
                            <a:srgbClr val="0D0D0D"/>
                          </a:solidFill>
                          <a:latin typeface="Times New Roman" panose="02020603050405020304" pitchFamily="18" charset="0"/>
                          <a:ea typeface="华文新魏" charset="0"/>
                          <a:cs typeface="Times New Roman" panose="02020603050405020304" pitchFamily="18" charset="0"/>
                        </a:rPr>
                        <a:t>POs</a:t>
                      </a:r>
                      <a:endParaRPr lang="zh-CN" altLang="en-US" sz="1800" b="1" i="0" u="none" strike="noStrike" kern="1200" cap="none" spc="0" baseline="0">
                        <a:solidFill>
                          <a:srgbClr val="0D0D0D"/>
                        </a:solidFill>
                        <a:latin typeface="Times New Roman" panose="02020603050405020304" pitchFamily="18" charset="0"/>
                        <a:ea typeface="华文新魏" charset="0"/>
                        <a:cs typeface="Times New Roman" panose="02020603050405020304" pitchFamily="18"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DDE9EC"/>
                    </a:solidFill>
                  </a:tcPr>
                </a:tc>
                <a:tc>
                  <a:txBody>
                    <a:bodyPr/>
                    <a:lstStyle/>
                    <a:p>
                      <a:pPr marL="0" indent="0" algn="ctr" eaLnBrk="1" latinLnBrk="0" hangingPunct="1">
                        <a:lnSpc>
                          <a:spcPct val="100000"/>
                        </a:lnSpc>
                        <a:spcBef>
                          <a:spcPts val="0"/>
                        </a:spcBef>
                        <a:spcAft>
                          <a:spcPts val="0"/>
                        </a:spcAft>
                        <a:buNone/>
                      </a:pPr>
                      <a:r>
                        <a:rPr lang="en-US" altLang="zh-CN" sz="1800" b="1" i="0" u="none" strike="noStrike" kern="1200" cap="none" spc="0" baseline="0">
                          <a:solidFill>
                            <a:srgbClr val="0D0D0D"/>
                          </a:solidFill>
                          <a:latin typeface="Times New Roman" panose="02020603050405020304" pitchFamily="18" charset="0"/>
                          <a:ea typeface="华文新魏" charset="0"/>
                          <a:cs typeface="Times New Roman" panose="02020603050405020304" pitchFamily="18" charset="0"/>
                        </a:rPr>
                        <a:t>PSO</a:t>
                      </a:r>
                      <a:endParaRPr lang="zh-CN" altLang="en-US" sz="1800" b="1" i="0" u="none" strike="noStrike" kern="1200" cap="none" spc="0" baseline="0">
                        <a:solidFill>
                          <a:srgbClr val="0D0D0D"/>
                        </a:solidFill>
                        <a:latin typeface="Times New Roman" panose="02020603050405020304" pitchFamily="18" charset="0"/>
                        <a:ea typeface="华文新魏" charset="0"/>
                        <a:cs typeface="Times New Roman" panose="02020603050405020304" pitchFamily="18"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12700">
                      <a:solidFill>
                        <a:srgbClr val="FFFFFF"/>
                      </a:solidFill>
                      <a:prstDash val="solid"/>
                      <a:headEnd type="none" w="med" len="med"/>
                      <a:tailEnd type="none" w="med" len="med"/>
                    </a:lnT>
                    <a:lnB w="38100">
                      <a:solidFill>
                        <a:srgbClr val="FFFFFF"/>
                      </a:solidFill>
                      <a:prstDash val="solid"/>
                      <a:headEnd type="none" w="med" len="med"/>
                      <a:tailEnd type="none" w="med" len="med"/>
                    </a:lnB>
                    <a:solidFill>
                      <a:srgbClr val="DDE9EC"/>
                    </a:solidFill>
                  </a:tcPr>
                </a:tc>
                <a:extLst>
                  <a:ext uri="{0D108BD9-81ED-4DB2-BD59-A6C34878D82A}">
                    <a16:rowId xmlns="" xmlns:a16="http://schemas.microsoft.com/office/drawing/2014/main" val="10000"/>
                  </a:ext>
                </a:extLst>
              </a:tr>
              <a:tr h="2799764">
                <a:tc>
                  <a:txBody>
                    <a:bodyPr/>
                    <a:lstStyle/>
                    <a:p>
                      <a:pPr marL="58738" indent="12700" algn="just">
                        <a:lnSpc>
                          <a:spcPct val="100000"/>
                        </a:lnSpc>
                        <a:spcBef>
                          <a:spcPts val="600"/>
                        </a:spcBef>
                        <a:spcAft>
                          <a:spcPts val="0"/>
                        </a:spcAft>
                        <a:buClr>
                          <a:schemeClr val="accent1"/>
                        </a:buClr>
                        <a:buSzPct val="76000"/>
                        <a:buFont typeface="Wingdings" panose="05000000000000000000" charset="0"/>
                        <a:buNone/>
                        <a:tabLst>
                          <a:tab pos="5486400" algn="l"/>
                        </a:tabLst>
                      </a:pPr>
                      <a:r>
                        <a:rPr lang="en-US" altLang="zh-CN" sz="1600" b="0" i="0" u="none" strike="noStrike" kern="1200" cap="none" spc="0" baseline="0" dirty="0" smtClean="0">
                          <a:solidFill>
                            <a:srgbClr val="0D0D0D"/>
                          </a:solidFill>
                          <a:latin typeface="Times New Roman" panose="02020603050405020304" pitchFamily="18" charset="0"/>
                          <a:ea typeface="华文新魏" charset="0"/>
                          <a:cs typeface="Times New Roman" panose="02020603050405020304" pitchFamily="18" charset="0"/>
                        </a:rPr>
                        <a:t>The College Hostel Booking System is a Java-based application  created to simplify the hostel room allotment process in colleges. The existing manual system causes delay and confusion, so this project provides a digital platform where students can register, check available rooms and request bookings easily. Hostel staff can view applications, manage rooms, and approve or reject requests through the admin panel. The system stores all booking information, saving time and reducing paperwork. This project improves communication between students and hostel administration and can be extended later with features like online payment and complaint handling.</a:t>
                      </a:r>
                      <a:endParaRPr lang="zh-CN" altLang="en-US" sz="1600" b="0" i="0" u="none" strike="noStrike" kern="1200" cap="none" spc="0" baseline="0" dirty="0">
                        <a:solidFill>
                          <a:srgbClr val="0D0D0D"/>
                        </a:solidFill>
                        <a:latin typeface="Times New Roman" panose="02020603050405020304" pitchFamily="18" charset="0"/>
                        <a:ea typeface="华文新魏" charset="0"/>
                        <a:cs typeface="Times New Roman" panose="02020603050405020304" pitchFamily="18"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DDE9EC"/>
                    </a:solidFill>
                  </a:tcPr>
                </a:tc>
                <a:tc>
                  <a:txBody>
                    <a:bodyPr/>
                    <a:lstStyle/>
                    <a:p>
                      <a:pPr marL="0" indent="0" algn="ctr" eaLnBrk="1" latinLnBrk="0" hangingPunct="1">
                        <a:lnSpc>
                          <a:spcPct val="100000"/>
                        </a:lnSpc>
                        <a:spcBef>
                          <a:spcPts val="0"/>
                        </a:spcBef>
                        <a:spcAft>
                          <a:spcPts val="0"/>
                        </a:spcAft>
                        <a:buNone/>
                      </a:pPr>
                      <a:r>
                        <a:rPr lang="en-US" altLang="zh-CN" sz="1800" b="0" i="0" u="none" strike="noStrike" kern="1200" cap="none" spc="0" baseline="0" dirty="0">
                          <a:solidFill>
                            <a:srgbClr val="0D0D0D"/>
                          </a:solidFill>
                          <a:latin typeface="Times New Roman" panose="02020603050405020304" pitchFamily="18" charset="0"/>
                          <a:ea typeface="华文新魏" charset="0"/>
                          <a:cs typeface="Times New Roman" panose="02020603050405020304" pitchFamily="18" charset="0"/>
                        </a:rPr>
                        <a:t>CO-1</a:t>
                      </a:r>
                    </a:p>
                    <a:p>
                      <a:pPr marL="0" indent="0" algn="ctr" eaLnBrk="1" latinLnBrk="0" hangingPunct="1">
                        <a:lnSpc>
                          <a:spcPct val="100000"/>
                        </a:lnSpc>
                        <a:spcBef>
                          <a:spcPts val="0"/>
                        </a:spcBef>
                        <a:spcAft>
                          <a:spcPts val="0"/>
                        </a:spcAft>
                        <a:buNone/>
                      </a:pPr>
                      <a:r>
                        <a:rPr lang="en-US" altLang="zh-CN" sz="1800" b="0" i="0" u="none" strike="noStrike" kern="1200" cap="none" spc="0" baseline="0" dirty="0">
                          <a:solidFill>
                            <a:srgbClr val="0D0D0D"/>
                          </a:solidFill>
                          <a:latin typeface="Times New Roman" panose="02020603050405020304" pitchFamily="18" charset="0"/>
                          <a:ea typeface="华文新魏" charset="0"/>
                          <a:cs typeface="Times New Roman" panose="02020603050405020304" pitchFamily="18" charset="0"/>
                        </a:rPr>
                        <a:t>CO-2</a:t>
                      </a:r>
                    </a:p>
                    <a:p>
                      <a:pPr marL="0" indent="0" algn="ctr" eaLnBrk="1" latinLnBrk="0" hangingPunct="1">
                        <a:lnSpc>
                          <a:spcPct val="100000"/>
                        </a:lnSpc>
                        <a:spcBef>
                          <a:spcPts val="0"/>
                        </a:spcBef>
                        <a:spcAft>
                          <a:spcPts val="0"/>
                        </a:spcAft>
                        <a:buNone/>
                      </a:pPr>
                      <a:r>
                        <a:rPr lang="en-US" altLang="zh-CN" sz="1800" b="0" i="0" u="none" strike="noStrike" kern="1200" cap="none" spc="0" baseline="0" dirty="0">
                          <a:solidFill>
                            <a:srgbClr val="0D0D0D"/>
                          </a:solidFill>
                          <a:latin typeface="Times New Roman" panose="02020603050405020304" pitchFamily="18" charset="0"/>
                          <a:ea typeface="华文新魏" charset="0"/>
                          <a:cs typeface="Times New Roman" panose="02020603050405020304" pitchFamily="18" charset="0"/>
                        </a:rPr>
                        <a:t>CO-3</a:t>
                      </a:r>
                    </a:p>
                    <a:p>
                      <a:pPr marL="0" indent="0" algn="ctr" eaLnBrk="1" latinLnBrk="0" hangingPunct="1">
                        <a:lnSpc>
                          <a:spcPct val="100000"/>
                        </a:lnSpc>
                        <a:spcBef>
                          <a:spcPts val="0"/>
                        </a:spcBef>
                        <a:spcAft>
                          <a:spcPts val="0"/>
                        </a:spcAft>
                        <a:buNone/>
                      </a:pPr>
                      <a:endParaRPr lang="zh-CN" altLang="en-US" sz="1800" b="0" i="0" u="none" strike="noStrike" kern="1200" cap="none" spc="0" baseline="0" dirty="0">
                        <a:solidFill>
                          <a:srgbClr val="0D0D0D"/>
                        </a:solidFill>
                        <a:latin typeface="Times New Roman" panose="02020603050405020304" pitchFamily="18" charset="0"/>
                        <a:ea typeface="华文新魏" charset="0"/>
                        <a:cs typeface="Times New Roman" panose="02020603050405020304" pitchFamily="18"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DDE9EC"/>
                    </a:solidFill>
                  </a:tcPr>
                </a:tc>
                <a:tc>
                  <a:txBody>
                    <a:bodyPr/>
                    <a:lstStyle/>
                    <a:p>
                      <a:pPr marL="0" indent="0" algn="ctr" eaLnBrk="1" latinLnBrk="0" hangingPunct="1">
                        <a:lnSpc>
                          <a:spcPct val="100000"/>
                        </a:lnSpc>
                        <a:spcBef>
                          <a:spcPts val="0"/>
                        </a:spcBef>
                        <a:spcAft>
                          <a:spcPts val="0"/>
                        </a:spcAft>
                        <a:buNone/>
                      </a:pPr>
                      <a:r>
                        <a:rPr lang="en-US" altLang="zh-CN" sz="1800" b="0" i="0" u="none" strike="noStrike" kern="1200" cap="none" spc="0" baseline="0" dirty="0">
                          <a:solidFill>
                            <a:srgbClr val="0D0D0D"/>
                          </a:solidFill>
                          <a:latin typeface="Times New Roman" panose="02020603050405020304" pitchFamily="18" charset="0"/>
                          <a:ea typeface="华文新魏" charset="0"/>
                          <a:cs typeface="Times New Roman" panose="02020603050405020304" pitchFamily="18" charset="0"/>
                        </a:rPr>
                        <a:t>PO-1</a:t>
                      </a:r>
                    </a:p>
                    <a:p>
                      <a:pPr marL="0" indent="0" algn="ctr" eaLnBrk="1" latinLnBrk="0" hangingPunct="1">
                        <a:lnSpc>
                          <a:spcPct val="100000"/>
                        </a:lnSpc>
                        <a:spcBef>
                          <a:spcPts val="0"/>
                        </a:spcBef>
                        <a:spcAft>
                          <a:spcPts val="0"/>
                        </a:spcAft>
                        <a:buNone/>
                      </a:pPr>
                      <a:r>
                        <a:rPr lang="en-US" altLang="zh-CN" sz="1800" b="0" i="0" u="none" strike="noStrike" kern="1200" cap="none" spc="0" baseline="0" dirty="0">
                          <a:solidFill>
                            <a:srgbClr val="0D0D0D"/>
                          </a:solidFill>
                          <a:latin typeface="Times New Roman" panose="02020603050405020304" pitchFamily="18" charset="0"/>
                          <a:ea typeface="华文新魏" charset="0"/>
                          <a:cs typeface="Times New Roman" panose="02020603050405020304" pitchFamily="18" charset="0"/>
                        </a:rPr>
                        <a:t>PO-2</a:t>
                      </a:r>
                    </a:p>
                    <a:p>
                      <a:pPr marL="0" indent="0" algn="ctr" eaLnBrk="1" latinLnBrk="0" hangingPunct="1">
                        <a:lnSpc>
                          <a:spcPct val="100000"/>
                        </a:lnSpc>
                        <a:spcBef>
                          <a:spcPts val="0"/>
                        </a:spcBef>
                        <a:spcAft>
                          <a:spcPts val="0"/>
                        </a:spcAft>
                        <a:buNone/>
                      </a:pPr>
                      <a:r>
                        <a:rPr lang="en-US" altLang="zh-CN" sz="1800" b="0" i="0" u="none" strike="noStrike" kern="1200" cap="none" spc="0" baseline="0" dirty="0">
                          <a:solidFill>
                            <a:srgbClr val="0D0D0D"/>
                          </a:solidFill>
                          <a:latin typeface="Times New Roman" panose="02020603050405020304" pitchFamily="18" charset="0"/>
                          <a:ea typeface="华文新魏" charset="0"/>
                          <a:cs typeface="Times New Roman" panose="02020603050405020304" pitchFamily="18" charset="0"/>
                        </a:rPr>
                        <a:t>PO-3</a:t>
                      </a:r>
                    </a:p>
                    <a:p>
                      <a:pPr marL="0" indent="0" algn="ctr" eaLnBrk="1" latinLnBrk="0" hangingPunct="1">
                        <a:lnSpc>
                          <a:spcPct val="100000"/>
                        </a:lnSpc>
                        <a:spcBef>
                          <a:spcPts val="0"/>
                        </a:spcBef>
                        <a:spcAft>
                          <a:spcPts val="0"/>
                        </a:spcAft>
                        <a:buNone/>
                      </a:pPr>
                      <a:endParaRPr lang="en-US" altLang="zh-CN" sz="1800" b="0" i="0" u="none" strike="noStrike" kern="1200" cap="none" spc="0" baseline="0" dirty="0">
                        <a:solidFill>
                          <a:srgbClr val="0D0D0D"/>
                        </a:solidFill>
                        <a:latin typeface="Times New Roman" panose="02020603050405020304" pitchFamily="18" charset="0"/>
                        <a:ea typeface="华文新魏" charset="0"/>
                        <a:cs typeface="Times New Roman" panose="02020603050405020304" pitchFamily="18"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DDE9EC"/>
                    </a:solidFill>
                  </a:tcPr>
                </a:tc>
                <a:tc>
                  <a:txBody>
                    <a:bodyPr/>
                    <a:lstStyle/>
                    <a:p>
                      <a:pPr marL="0" indent="0" algn="ctr" eaLnBrk="1" latinLnBrk="0" hangingPunct="1">
                        <a:lnSpc>
                          <a:spcPct val="100000"/>
                        </a:lnSpc>
                        <a:spcBef>
                          <a:spcPts val="0"/>
                        </a:spcBef>
                        <a:spcAft>
                          <a:spcPts val="0"/>
                        </a:spcAft>
                        <a:buNone/>
                      </a:pPr>
                      <a:r>
                        <a:rPr lang="en-US" altLang="zh-CN" sz="1800" b="0" i="0" u="none" strike="noStrike" kern="1200" cap="none" spc="0" baseline="0" dirty="0">
                          <a:solidFill>
                            <a:srgbClr val="0D0D0D"/>
                          </a:solidFill>
                          <a:latin typeface="Times New Roman" panose="02020603050405020304" pitchFamily="18" charset="0"/>
                          <a:ea typeface="华文新魏" charset="0"/>
                          <a:cs typeface="Times New Roman" panose="02020603050405020304" pitchFamily="18" charset="0"/>
                        </a:rPr>
                        <a:t>PSO-1</a:t>
                      </a:r>
                    </a:p>
                    <a:p>
                      <a:pPr marL="0" indent="0" algn="ctr" eaLnBrk="1" latinLnBrk="0" hangingPunct="1">
                        <a:lnSpc>
                          <a:spcPct val="100000"/>
                        </a:lnSpc>
                        <a:spcBef>
                          <a:spcPts val="0"/>
                        </a:spcBef>
                        <a:spcAft>
                          <a:spcPts val="0"/>
                        </a:spcAft>
                        <a:buNone/>
                      </a:pPr>
                      <a:r>
                        <a:rPr lang="en-US" altLang="zh-CN" sz="1800" b="0" i="0" u="none" strike="noStrike" kern="1200" cap="none" spc="0" baseline="0" dirty="0" smtClean="0">
                          <a:solidFill>
                            <a:srgbClr val="0D0D0D"/>
                          </a:solidFill>
                          <a:latin typeface="Times New Roman" panose="02020603050405020304" pitchFamily="18" charset="0"/>
                          <a:ea typeface="华文新魏" charset="0"/>
                          <a:cs typeface="Times New Roman" panose="02020603050405020304" pitchFamily="18" charset="0"/>
                        </a:rPr>
                        <a:t>PSO-2</a:t>
                      </a:r>
                    </a:p>
                    <a:p>
                      <a:pPr marL="0" indent="0" algn="ctr" eaLnBrk="1" latinLnBrk="0" hangingPunct="1">
                        <a:lnSpc>
                          <a:spcPct val="100000"/>
                        </a:lnSpc>
                        <a:spcBef>
                          <a:spcPts val="0"/>
                        </a:spcBef>
                        <a:spcAft>
                          <a:spcPts val="0"/>
                        </a:spcAft>
                        <a:buNone/>
                      </a:pPr>
                      <a:r>
                        <a:rPr lang="en-US" altLang="zh-CN" sz="1800" b="0" i="0" u="none" strike="noStrike" kern="1200" cap="none" spc="0" baseline="0" dirty="0" smtClean="0">
                          <a:solidFill>
                            <a:srgbClr val="0D0D0D"/>
                          </a:solidFill>
                          <a:latin typeface="Times New Roman" panose="02020603050405020304" pitchFamily="18" charset="0"/>
                          <a:ea typeface="华文新魏" charset="0"/>
                          <a:cs typeface="Times New Roman" panose="02020603050405020304" pitchFamily="18" charset="0"/>
                        </a:rPr>
                        <a:t>PSO-3</a:t>
                      </a:r>
                      <a:endParaRPr lang="zh-CN" altLang="en-US" sz="1800" b="0" i="0" u="none" strike="noStrike" kern="1200" cap="none" spc="0" baseline="0" dirty="0">
                        <a:solidFill>
                          <a:srgbClr val="0D0D0D"/>
                        </a:solidFill>
                        <a:latin typeface="Times New Roman" panose="02020603050405020304" pitchFamily="18" charset="0"/>
                        <a:ea typeface="华文新魏" charset="0"/>
                        <a:cs typeface="Times New Roman" panose="02020603050405020304" pitchFamily="18" charset="0"/>
                      </a:endParaRPr>
                    </a:p>
                  </a:txBody>
                  <a:tcPr marL="0" marR="0" marT="0" marB="0">
                    <a:lnL w="12700">
                      <a:solidFill>
                        <a:srgbClr val="FFFFFF"/>
                      </a:solidFill>
                      <a:prstDash val="solid"/>
                      <a:headEnd type="none" w="med" len="med"/>
                      <a:tailEnd type="none" w="med" len="med"/>
                    </a:lnL>
                    <a:lnR w="12700">
                      <a:solidFill>
                        <a:srgbClr val="FFFFFF"/>
                      </a:solidFill>
                      <a:prstDash val="solid"/>
                      <a:headEnd type="none" w="med" len="med"/>
                      <a:tailEnd type="none" w="med" len="med"/>
                    </a:lnR>
                    <a:lnT w="38100" cap="flat" cmpd="sng" algn="ctr">
                      <a:solidFill>
                        <a:srgbClr val="FFFFFF"/>
                      </a:solidFill>
                      <a:prstDash val="solid"/>
                      <a:round/>
                      <a:headEnd type="none" w="med" len="med"/>
                      <a:tailEnd type="none" w="med" len="med"/>
                    </a:lnT>
                    <a:lnB w="12700">
                      <a:solidFill>
                        <a:srgbClr val="FFFFFF"/>
                      </a:solidFill>
                      <a:prstDash val="solid"/>
                      <a:headEnd type="none" w="med" len="med"/>
                      <a:tailEnd type="none" w="med" len="med"/>
                    </a:lnB>
                    <a:solidFill>
                      <a:srgbClr val="DDE9EC"/>
                    </a:solidFill>
                  </a:tcPr>
                </a:tc>
                <a:extLst>
                  <a:ext uri="{0D108BD9-81ED-4DB2-BD59-A6C34878D82A}">
                    <a16:rowId xmlns="" xmlns:a16="http://schemas.microsoft.com/office/drawing/2014/main" val="1000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mt="29000"/>
          </a:blip>
        </a:blipFill>
        <a:effectLst/>
      </p:bgPr>
    </p:bg>
    <p:spTree>
      <p:nvGrpSpPr>
        <p:cNvPr id="1" name=""/>
        <p:cNvGrpSpPr/>
        <p:nvPr/>
      </p:nvGrpSpPr>
      <p:grpSpPr>
        <a:xfrm>
          <a:off x="0" y="0"/>
          <a:ext cx="0" cy="0"/>
          <a:chOff x="0" y="0"/>
          <a:chExt cx="0" cy="0"/>
        </a:xfrm>
      </p:grpSpPr>
      <p:sp>
        <p:nvSpPr>
          <p:cNvPr id="55" name="文本框"/>
          <p:cNvSpPr>
            <a:spLocks noGrp="1"/>
          </p:cNvSpPr>
          <p:nvPr>
            <p:ph type="title"/>
          </p:nvPr>
        </p:nvSpPr>
        <p:spPr>
          <a:xfrm>
            <a:off x="457200" y="285750"/>
            <a:ext cx="8229600" cy="457200"/>
          </a:xfrm>
          <a:prstGeom prst="rect">
            <a:avLst/>
          </a:prstGeom>
          <a:solidFill>
            <a:srgbClr val="93BAC3"/>
          </a:solidFill>
          <a:ln w="12700" cap="flat" cmpd="sng">
            <a:noFill/>
            <a:prstDash val="solid"/>
            <a:miter/>
          </a:ln>
        </p:spPr>
        <p:txBody>
          <a:bodyPr vert="horz" wrap="square" lIns="91440" tIns="45720" rIns="91440" bIns="45720" anchor="b" anchorCtr="0"/>
          <a:lstStyle/>
          <a:p>
            <a:pPr marL="0" indent="0" algn="ctr">
              <a:lnSpc>
                <a:spcPct val="100000"/>
              </a:lnSpc>
              <a:spcBef>
                <a:spcPts val="0"/>
              </a:spcBef>
              <a:spcAft>
                <a:spcPts val="0"/>
              </a:spcAft>
              <a:buNone/>
            </a:pPr>
            <a:r>
              <a:rPr lang="en-US" altLang="zh-CN"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Introduction</a:t>
            </a:r>
            <a:endParaRPr lang="zh-CN" altLang="en-US" sz="40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56" name="文本框"/>
          <p:cNvSpPr>
            <a:spLocks noGrp="1"/>
          </p:cNvSpPr>
          <p:nvPr>
            <p:ph type="ftr"/>
          </p:nvPr>
        </p:nvSpPr>
        <p:spPr>
          <a:xfrm>
            <a:off x="2743200" y="4767263"/>
            <a:ext cx="4114800" cy="376237"/>
          </a:xfrm>
          <a:prstGeom prst="rect">
            <a:avLst/>
          </a:prstGeom>
          <a:noFill/>
          <a:ln cap="flat" cmpd="sng">
            <a:noFill/>
            <a:prstDash val="solid"/>
            <a:miter/>
          </a:ln>
        </p:spPr>
        <p:txBody>
          <a:bodyPr vert="horz" wrap="square" lIns="91440" tIns="45720" rIns="91440" bIns="45720" anchor="t" anchorCtr="0"/>
          <a:lstStyle/>
          <a:p>
            <a:pPr marL="0" indent="0" algn="r" eaLnBrk="1" latinLnBrk="0" hangingPunct="1">
              <a:lnSpc>
                <a:spcPct val="100000"/>
              </a:lnSpc>
              <a:spcBef>
                <a:spcPts val="0"/>
              </a:spcBef>
              <a:spcAft>
                <a:spcPts val="0"/>
              </a:spcAft>
              <a:buNone/>
            </a:pPr>
            <a:r>
              <a:rPr lang="en-US" altLang="zh-CN"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rPr>
              <a:t>EGB1201 – JAVA PROGRAMMING –PROJECT REVIEW 1</a:t>
            </a:r>
            <a:endParaRPr lang="zh-CN" altLang="en-US"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endParaRPr>
          </a:p>
        </p:txBody>
      </p:sp>
      <p:sp>
        <p:nvSpPr>
          <p:cNvPr id="57" name="文本框"/>
          <p:cNvSpPr>
            <a:spLocks noGrp="1"/>
          </p:cNvSpPr>
          <p:nvPr>
            <p:ph type="sldNum"/>
          </p:nvPr>
        </p:nvSpPr>
        <p:spPr>
          <a:xfrm>
            <a:off x="612647" y="4767263"/>
            <a:ext cx="1981200" cy="274319"/>
          </a:xfrm>
          <a:prstGeom prst="rect">
            <a:avLst/>
          </a:prstGeom>
          <a:noFill/>
          <a:ln cap="flat" cmpd="sng">
            <a:noFill/>
            <a:prstDash val="solid"/>
            <a:miter/>
          </a:ln>
        </p:spPr>
        <p:txBody>
          <a:bodyPr vert="horz" wrap="square" lIns="91440" tIns="45720" rIns="91440" bIns="45720" anchor="t" anchorCtr="0"/>
          <a:lstStyle/>
          <a:p>
            <a:pPr marL="0" indent="0" algn="l" eaLnBrk="1" latinLnBrk="0" hangingPunct="1">
              <a:lnSpc>
                <a:spcPct val="100000"/>
              </a:lnSpc>
              <a:spcBef>
                <a:spcPts val="0"/>
              </a:spcBef>
              <a:spcAft>
                <a:spcPts val="0"/>
              </a:spcAft>
              <a:buNone/>
            </a:pPr>
            <a:fld id="{CAD2D6BD-DE1B-4B5F-8B41-2702339687B9}" type="slidenum">
              <a:rPr lang="en-US" altLang="zh-CN" sz="1400" b="0" i="0" u="none" strike="noStrike" kern="1200" cap="none" spc="0" baseline="0">
                <a:solidFill>
                  <a:schemeClr val="tx2"/>
                </a:solidFill>
                <a:latin typeface="Gill Sans MT" panose="020B0502020104020203" charset="0"/>
                <a:ea typeface="华文新魏" charset="0"/>
                <a:cs typeface="Gill Sans MT" panose="020B0502020104020203" charset="0"/>
              </a:rPr>
              <a:pPr marL="0" indent="0" algn="l" eaLnBrk="1" latinLnBrk="0" hangingPunct="1">
                <a:lnSpc>
                  <a:spcPct val="100000"/>
                </a:lnSpc>
                <a:spcBef>
                  <a:spcPts val="0"/>
                </a:spcBef>
                <a:spcAft>
                  <a:spcPts val="0"/>
                </a:spcAft>
                <a:buNone/>
              </a:pPr>
              <a:t>5</a:t>
            </a:fld>
            <a:endParaRPr lang="zh-CN" altLang="en-US" sz="1400" b="0" i="0" u="none" strike="noStrike" kern="1200" cap="none" spc="0" baseline="0" dirty="0">
              <a:solidFill>
                <a:schemeClr val="tx2"/>
              </a:solidFill>
              <a:latin typeface="Gill Sans MT" panose="020B0502020104020203" charset="0"/>
              <a:ea typeface="华文新魏" charset="0"/>
              <a:cs typeface="Gill Sans MT" panose="020B0502020104020203" charset="0"/>
            </a:endParaRPr>
          </a:p>
        </p:txBody>
      </p:sp>
      <p:sp>
        <p:nvSpPr>
          <p:cNvPr id="58" name="文本框"/>
          <p:cNvSpPr>
            <a:spLocks noGrp="1"/>
          </p:cNvSpPr>
          <p:nvPr>
            <p:ph type="body" idx="1"/>
          </p:nvPr>
        </p:nvSpPr>
        <p:spPr>
          <a:xfrm>
            <a:off x="457200" y="1200150"/>
            <a:ext cx="8229600" cy="3417570"/>
          </a:xfrm>
          <a:prstGeom prst="rect">
            <a:avLst/>
          </a:prstGeom>
          <a:noFill/>
          <a:ln w="12700" cap="flat" cmpd="sng">
            <a:noFill/>
            <a:prstDash val="solid"/>
            <a:miter/>
          </a:ln>
        </p:spPr>
        <p:txBody>
          <a:bodyPr vert="horz" wrap="square" lIns="91440" tIns="45720" rIns="91440" bIns="45720" anchor="t" anchorCtr="0"/>
          <a:lstStyle/>
          <a:p>
            <a:pPr algn="just">
              <a:buFont typeface="Wingdings" panose="05000000000000000000" charset="0"/>
              <a:buChar char="Ø"/>
            </a:pPr>
            <a:r>
              <a:rPr lang="en-US" altLang="zh-CN" sz="1800" dirty="0" smtClean="0">
                <a:solidFill>
                  <a:srgbClr val="0D0D0D"/>
                </a:solidFill>
                <a:latin typeface="Times New Roman" panose="02020603050405020304" pitchFamily="18" charset="0"/>
                <a:cs typeface="Times New Roman" panose="02020603050405020304" pitchFamily="18" charset="0"/>
              </a:rPr>
              <a:t>This project is a simple hostel booking system built in Java, offering basic functionality for both students and hostel </a:t>
            </a:r>
            <a:r>
              <a:rPr lang="en-US" altLang="zh-CN" sz="1800" dirty="0" err="1" smtClean="0">
                <a:solidFill>
                  <a:srgbClr val="0D0D0D"/>
                </a:solidFill>
                <a:latin typeface="Times New Roman" panose="02020603050405020304" pitchFamily="18" charset="0"/>
                <a:cs typeface="Times New Roman" panose="02020603050405020304" pitchFamily="18" charset="0"/>
              </a:rPr>
              <a:t>admins</a:t>
            </a:r>
            <a:r>
              <a:rPr lang="en-US" altLang="zh-CN" sz="1800" dirty="0" smtClean="0">
                <a:solidFill>
                  <a:srgbClr val="0D0D0D"/>
                </a:solidFill>
                <a:latin typeface="Times New Roman" panose="02020603050405020304" pitchFamily="18" charset="0"/>
                <a:cs typeface="Times New Roman" panose="02020603050405020304" pitchFamily="18" charset="0"/>
              </a:rPr>
              <a:t>.</a:t>
            </a:r>
          </a:p>
          <a:p>
            <a:pPr algn="just">
              <a:buFont typeface="Wingdings" panose="05000000000000000000" charset="0"/>
              <a:buChar char="Ø"/>
            </a:pPr>
            <a:r>
              <a:rPr lang="en-US" altLang="zh-CN" sz="1800" dirty="0" smtClean="0">
                <a:solidFill>
                  <a:srgbClr val="0D0D0D"/>
                </a:solidFill>
                <a:latin typeface="Times New Roman" panose="02020603050405020304" pitchFamily="18" charset="0"/>
                <a:cs typeface="Times New Roman" panose="02020603050405020304" pitchFamily="18" charset="0"/>
              </a:rPr>
              <a:t>Students can register, log in, view available rooms, and submit a room booking request.</a:t>
            </a:r>
          </a:p>
          <a:p>
            <a:pPr algn="just">
              <a:buFont typeface="Wingdings" panose="05000000000000000000" charset="0"/>
              <a:buChar char="Ø"/>
            </a:pPr>
            <a:r>
              <a:rPr lang="en-US" altLang="zh-CN" sz="1800" dirty="0" smtClean="0">
                <a:solidFill>
                  <a:srgbClr val="0D0D0D"/>
                </a:solidFill>
                <a:latin typeface="Times New Roman" panose="02020603050405020304" pitchFamily="18" charset="0"/>
                <a:cs typeface="Times New Roman" panose="02020603050405020304" pitchFamily="18" charset="0"/>
              </a:rPr>
              <a:t>Administrators have access to an admin panel where they can view applications, approve or reject requests, and manage room details.</a:t>
            </a:r>
          </a:p>
          <a:p>
            <a:pPr algn="just">
              <a:buFont typeface="Wingdings" panose="05000000000000000000" charset="0"/>
              <a:buChar char="Ø"/>
            </a:pPr>
            <a:r>
              <a:rPr lang="en-US" altLang="zh-CN" sz="1800" dirty="0" smtClean="0">
                <a:solidFill>
                  <a:srgbClr val="0D0D0D"/>
                </a:solidFill>
                <a:latin typeface="Times New Roman" panose="02020603050405020304" pitchFamily="18" charset="0"/>
                <a:cs typeface="Times New Roman" panose="02020603050405020304" pitchFamily="18" charset="0"/>
              </a:rPr>
              <a:t>The system uses a Java-based interface, providing a basic understanding of how hostel management can be automated.</a:t>
            </a:r>
          </a:p>
          <a:p>
            <a:pPr algn="just">
              <a:buFont typeface="Wingdings" panose="05000000000000000000" charset="0"/>
              <a:buChar char="Ø"/>
            </a:pPr>
            <a:r>
              <a:rPr lang="en-US" altLang="zh-CN" sz="1800" dirty="0" smtClean="0">
                <a:solidFill>
                  <a:srgbClr val="0D0D0D"/>
                </a:solidFill>
                <a:latin typeface="Times New Roman" panose="02020603050405020304" pitchFamily="18" charset="0"/>
                <a:cs typeface="Times New Roman" panose="02020603050405020304" pitchFamily="18" charset="0"/>
              </a:rPr>
              <a:t>It focuses on user management, room allocation, and record maintenance to make hostel allotment faster and more accurate.</a:t>
            </a:r>
            <a:endParaRPr lang="zh-CN" altLang="en-US" sz="1800" b="0" i="0" u="none" strike="noStrike" kern="1200" cap="none" spc="0" baseline="0" dirty="0">
              <a:solidFill>
                <a:srgbClr val="0D0D0D"/>
              </a:solidFill>
              <a:latin typeface="Times New Roman" panose="02020603050405020304" pitchFamily="18" charset="0"/>
              <a:ea typeface="华文新魏"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mt="29000"/>
          </a:blip>
        </a:blipFill>
        <a:effectLst/>
      </p:bgPr>
    </p:bg>
    <p:spTree>
      <p:nvGrpSpPr>
        <p:cNvPr id="1" name=""/>
        <p:cNvGrpSpPr/>
        <p:nvPr/>
      </p:nvGrpSpPr>
      <p:grpSpPr>
        <a:xfrm>
          <a:off x="0" y="0"/>
          <a:ext cx="0" cy="0"/>
          <a:chOff x="0" y="0"/>
          <a:chExt cx="0" cy="0"/>
        </a:xfrm>
      </p:grpSpPr>
      <p:sp>
        <p:nvSpPr>
          <p:cNvPr id="59" name="文本框"/>
          <p:cNvSpPr>
            <a:spLocks noGrp="1"/>
          </p:cNvSpPr>
          <p:nvPr>
            <p:ph type="title"/>
          </p:nvPr>
        </p:nvSpPr>
        <p:spPr>
          <a:xfrm>
            <a:off x="457200" y="114300"/>
            <a:ext cx="8229600" cy="742949"/>
          </a:xfrm>
          <a:prstGeom prst="rect">
            <a:avLst/>
          </a:prstGeom>
          <a:solidFill>
            <a:srgbClr val="93BAC3"/>
          </a:solidFill>
          <a:ln w="12700" cap="flat" cmpd="sng">
            <a:noFill/>
            <a:prstDash val="solid"/>
            <a:miter/>
          </a:ln>
        </p:spPr>
        <p:txBody>
          <a:bodyPr vert="horz" wrap="square" lIns="91440" tIns="45720" rIns="91440" bIns="45720" anchor="b" anchorCtr="0"/>
          <a:lstStyle/>
          <a:p>
            <a:pPr marL="0" indent="0" algn="ctr">
              <a:lnSpc>
                <a:spcPct val="100000"/>
              </a:lnSpc>
              <a:spcBef>
                <a:spcPts val="0"/>
              </a:spcBef>
              <a:spcAft>
                <a:spcPts val="0"/>
              </a:spcAft>
              <a:buNone/>
            </a:pPr>
            <a:r>
              <a:rPr lang="en-US" altLang="zh-CN"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Java Programming  - Concepts Used</a:t>
            </a:r>
            <a:endParaRPr lang="zh-CN" altLang="en-US" sz="40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60" name="文本框"/>
          <p:cNvSpPr>
            <a:spLocks noGrp="1"/>
          </p:cNvSpPr>
          <p:nvPr>
            <p:ph type="ftr"/>
          </p:nvPr>
        </p:nvSpPr>
        <p:spPr>
          <a:xfrm>
            <a:off x="2514600" y="4767263"/>
            <a:ext cx="4035552" cy="376237"/>
          </a:xfrm>
          <a:prstGeom prst="rect">
            <a:avLst/>
          </a:prstGeom>
          <a:noFill/>
          <a:ln cap="flat" cmpd="sng">
            <a:noFill/>
            <a:prstDash val="solid"/>
            <a:miter/>
          </a:ln>
        </p:spPr>
        <p:txBody>
          <a:bodyPr vert="horz" wrap="square" lIns="91440" tIns="45720" rIns="91440" bIns="45720" anchor="t" anchorCtr="0"/>
          <a:lstStyle/>
          <a:p>
            <a:pPr marL="0" indent="0" algn="r" eaLnBrk="1" latinLnBrk="0" hangingPunct="1">
              <a:lnSpc>
                <a:spcPct val="100000"/>
              </a:lnSpc>
              <a:spcBef>
                <a:spcPts val="0"/>
              </a:spcBef>
              <a:spcAft>
                <a:spcPts val="0"/>
              </a:spcAft>
              <a:buNone/>
            </a:pPr>
            <a:r>
              <a:rPr lang="en-US" altLang="zh-CN"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rPr>
              <a:t>EGB1201 – JAVA PROGRAMMING –PROJECT REVIEW 1</a:t>
            </a:r>
            <a:endParaRPr lang="zh-CN" altLang="en-US"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endParaRPr>
          </a:p>
        </p:txBody>
      </p:sp>
      <p:sp>
        <p:nvSpPr>
          <p:cNvPr id="61" name="文本框"/>
          <p:cNvSpPr>
            <a:spLocks noGrp="1"/>
          </p:cNvSpPr>
          <p:nvPr>
            <p:ph type="sldNum"/>
          </p:nvPr>
        </p:nvSpPr>
        <p:spPr>
          <a:xfrm>
            <a:off x="612647" y="4767263"/>
            <a:ext cx="1981200" cy="274319"/>
          </a:xfrm>
          <a:prstGeom prst="rect">
            <a:avLst/>
          </a:prstGeom>
          <a:noFill/>
          <a:ln cap="flat" cmpd="sng">
            <a:noFill/>
            <a:prstDash val="solid"/>
            <a:miter/>
          </a:ln>
        </p:spPr>
        <p:txBody>
          <a:bodyPr vert="horz" wrap="square" lIns="91440" tIns="45720" rIns="91440" bIns="45720" anchor="t" anchorCtr="0"/>
          <a:lstStyle/>
          <a:p>
            <a:pPr marL="0" indent="0" algn="l" eaLnBrk="1" latinLnBrk="0" hangingPunct="1">
              <a:lnSpc>
                <a:spcPct val="100000"/>
              </a:lnSpc>
              <a:spcBef>
                <a:spcPts val="0"/>
              </a:spcBef>
              <a:spcAft>
                <a:spcPts val="0"/>
              </a:spcAft>
              <a:buNone/>
            </a:pPr>
            <a:fld id="{CAD2D6BD-DE1B-4B5F-8B41-2702339687B9}" type="slidenum">
              <a:rPr lang="en-US" altLang="zh-CN" sz="1400" b="0" i="0" u="none" strike="noStrike" kern="1200" cap="none" spc="0" baseline="0">
                <a:solidFill>
                  <a:schemeClr val="tx2"/>
                </a:solidFill>
                <a:latin typeface="Gill Sans MT" panose="020B0502020104020203" charset="0"/>
                <a:ea typeface="华文新魏" charset="0"/>
                <a:cs typeface="Gill Sans MT" panose="020B0502020104020203" charset="0"/>
              </a:rPr>
              <a:pPr marL="0" indent="0" algn="l" eaLnBrk="1" latinLnBrk="0" hangingPunct="1">
                <a:lnSpc>
                  <a:spcPct val="100000"/>
                </a:lnSpc>
                <a:spcBef>
                  <a:spcPts val="0"/>
                </a:spcBef>
                <a:spcAft>
                  <a:spcPts val="0"/>
                </a:spcAft>
                <a:buNone/>
              </a:pPr>
              <a:t>6</a:t>
            </a:fld>
            <a:endParaRPr lang="zh-CN" altLang="en-US" sz="1400" b="0" i="0" u="none" strike="noStrike" kern="1200" cap="none" spc="0" baseline="0">
              <a:solidFill>
                <a:schemeClr val="tx2"/>
              </a:solidFill>
              <a:latin typeface="Gill Sans MT" panose="020B0502020104020203" charset="0"/>
              <a:ea typeface="华文新魏" charset="0"/>
              <a:cs typeface="Gill Sans MT" panose="020B0502020104020203" charset="0"/>
            </a:endParaRPr>
          </a:p>
        </p:txBody>
      </p:sp>
      <p:sp>
        <p:nvSpPr>
          <p:cNvPr id="62" name="文本框"/>
          <p:cNvSpPr>
            <a:spLocks noGrp="1"/>
          </p:cNvSpPr>
          <p:nvPr>
            <p:ph type="body" idx="1"/>
          </p:nvPr>
        </p:nvSpPr>
        <p:spPr>
          <a:xfrm>
            <a:off x="304800" y="1428750"/>
            <a:ext cx="8382000" cy="3200400"/>
          </a:xfrm>
          <a:prstGeom prst="rect">
            <a:avLst/>
          </a:prstGeom>
          <a:noFill/>
          <a:ln w="12700" cap="flat" cmpd="sng">
            <a:noFill/>
            <a:prstDash val="solid"/>
            <a:miter/>
          </a:ln>
        </p:spPr>
        <p:txBody>
          <a:bodyPr vert="horz" wrap="square" lIns="91440" tIns="45720" rIns="91440" bIns="45720" anchor="t" anchorCtr="0"/>
          <a:lstStyle/>
          <a:p>
            <a:pPr algn="just">
              <a:buFont typeface="Wingdings" panose="05000000000000000000" charset="0"/>
              <a:buChar char="Ø"/>
            </a:pPr>
            <a:r>
              <a:rPr lang="en-US" altLang="zh-CN" sz="1800" b="1" dirty="0" smtClean="0">
                <a:solidFill>
                  <a:srgbClr val="0D0D0D"/>
                </a:solidFill>
                <a:latin typeface="Times New Roman" panose="02020603050405020304" pitchFamily="18" charset="0"/>
                <a:cs typeface="Times New Roman" panose="02020603050405020304" pitchFamily="18" charset="0"/>
              </a:rPr>
              <a:t>OOP (Object Oriented Programming):</a:t>
            </a:r>
            <a:r>
              <a:rPr lang="en-US" altLang="zh-CN" sz="1800" dirty="0" smtClean="0">
                <a:solidFill>
                  <a:srgbClr val="0D0D0D"/>
                </a:solidFill>
                <a:latin typeface="Times New Roman" panose="02020603050405020304" pitchFamily="18" charset="0"/>
                <a:cs typeface="Times New Roman" panose="02020603050405020304" pitchFamily="18" charset="0"/>
              </a:rPr>
              <a:t> Classes like Student, Admin, and Room are used to show real-life things in the program.</a:t>
            </a:r>
          </a:p>
          <a:p>
            <a:pPr algn="just">
              <a:buFont typeface="Wingdings" panose="05000000000000000000" charset="0"/>
              <a:buChar char="Ø"/>
            </a:pPr>
            <a:r>
              <a:rPr lang="en-US" altLang="zh-CN" sz="1800" b="1" dirty="0" smtClean="0">
                <a:solidFill>
                  <a:srgbClr val="0D0D0D"/>
                </a:solidFill>
                <a:latin typeface="Times New Roman" panose="02020603050405020304" pitchFamily="18" charset="0"/>
                <a:cs typeface="Times New Roman" panose="02020603050405020304" pitchFamily="18" charset="0"/>
              </a:rPr>
              <a:t>Constructors:</a:t>
            </a:r>
            <a:r>
              <a:rPr lang="en-US" altLang="zh-CN" sz="1800" dirty="0" smtClean="0">
                <a:solidFill>
                  <a:srgbClr val="0D0D0D"/>
                </a:solidFill>
                <a:latin typeface="Times New Roman" panose="02020603050405020304" pitchFamily="18" charset="0"/>
                <a:cs typeface="Times New Roman" panose="02020603050405020304" pitchFamily="18" charset="0"/>
              </a:rPr>
              <a:t> Used to give initial values when we create objects like rooms or student details.</a:t>
            </a:r>
          </a:p>
          <a:p>
            <a:pPr algn="just">
              <a:buFont typeface="Wingdings" panose="05000000000000000000" charset="0"/>
              <a:buChar char="Ø"/>
            </a:pPr>
            <a:r>
              <a:rPr lang="en-US" altLang="zh-CN" sz="1800" b="1" dirty="0" smtClean="0">
                <a:solidFill>
                  <a:srgbClr val="0D0D0D"/>
                </a:solidFill>
                <a:latin typeface="Times New Roman" panose="02020603050405020304" pitchFamily="18" charset="0"/>
                <a:cs typeface="Times New Roman" panose="02020603050405020304" pitchFamily="18" charset="0"/>
              </a:rPr>
              <a:t>Control Statements</a:t>
            </a:r>
            <a:r>
              <a:rPr lang="en-US" altLang="zh-CN" sz="1800" b="1" dirty="0" smtClean="0">
                <a:solidFill>
                  <a:srgbClr val="0D0D0D"/>
                </a:solidFill>
                <a:latin typeface="Times New Roman" panose="02020603050405020304" pitchFamily="18" charset="0"/>
                <a:cs typeface="Times New Roman" panose="02020603050405020304" pitchFamily="18" charset="0"/>
              </a:rPr>
              <a:t>: </a:t>
            </a:r>
            <a:r>
              <a:rPr lang="en-US" altLang="zh-CN" sz="1800" dirty="0" smtClean="0">
                <a:solidFill>
                  <a:srgbClr val="0D0D0D"/>
                </a:solidFill>
                <a:latin typeface="Times New Roman" panose="02020603050405020304" pitchFamily="18" charset="0"/>
                <a:cs typeface="Times New Roman" panose="02020603050405020304" pitchFamily="18" charset="0"/>
              </a:rPr>
              <a:t>These are used to check conditions (room available or not) and repeat actions.</a:t>
            </a:r>
          </a:p>
          <a:p>
            <a:pPr algn="just">
              <a:buFont typeface="Wingdings" panose="05000000000000000000" charset="0"/>
              <a:buChar char="Ø"/>
            </a:pPr>
            <a:r>
              <a:rPr lang="en-US" altLang="zh-CN" sz="1800" b="1" dirty="0" smtClean="0">
                <a:solidFill>
                  <a:srgbClr val="0D0D0D"/>
                </a:solidFill>
                <a:latin typeface="Times New Roman" panose="02020603050405020304" pitchFamily="18" charset="0"/>
                <a:cs typeface="Times New Roman" panose="02020603050405020304" pitchFamily="18" charset="0"/>
              </a:rPr>
              <a:t>Array / </a:t>
            </a:r>
            <a:r>
              <a:rPr lang="en-US" altLang="zh-CN" sz="1800" b="1" dirty="0" err="1" smtClean="0">
                <a:solidFill>
                  <a:srgbClr val="0D0D0D"/>
                </a:solidFill>
                <a:latin typeface="Times New Roman" panose="02020603050405020304" pitchFamily="18" charset="0"/>
                <a:cs typeface="Times New Roman" panose="02020603050405020304" pitchFamily="18" charset="0"/>
              </a:rPr>
              <a:t>ArrayList</a:t>
            </a:r>
            <a:r>
              <a:rPr lang="en-US" altLang="zh-CN" sz="1800" b="1" dirty="0" smtClean="0">
                <a:solidFill>
                  <a:srgbClr val="0D0D0D"/>
                </a:solidFill>
                <a:latin typeface="Times New Roman" panose="02020603050405020304" pitchFamily="18" charset="0"/>
                <a:cs typeface="Times New Roman" panose="02020603050405020304" pitchFamily="18" charset="0"/>
              </a:rPr>
              <a:t>: </a:t>
            </a:r>
            <a:r>
              <a:rPr lang="en-US" altLang="zh-CN" sz="1800" dirty="0" smtClean="0">
                <a:solidFill>
                  <a:srgbClr val="0D0D0D"/>
                </a:solidFill>
                <a:latin typeface="Times New Roman" panose="02020603050405020304" pitchFamily="18" charset="0"/>
                <a:cs typeface="Times New Roman" panose="02020603050405020304" pitchFamily="18" charset="0"/>
              </a:rPr>
              <a:t>Used to store many room details or booking entries in one place.</a:t>
            </a:r>
          </a:p>
          <a:p>
            <a:pPr algn="just">
              <a:buFont typeface="Wingdings" panose="05000000000000000000" charset="0"/>
              <a:buChar char="Ø"/>
            </a:pPr>
            <a:r>
              <a:rPr lang="en-US" altLang="zh-CN" sz="1800" b="1" dirty="0" smtClean="0">
                <a:solidFill>
                  <a:srgbClr val="0D0D0D"/>
                </a:solidFill>
                <a:latin typeface="Times New Roman" panose="02020603050405020304" pitchFamily="18" charset="0"/>
                <a:cs typeface="Times New Roman" panose="02020603050405020304" pitchFamily="18" charset="0"/>
              </a:rPr>
              <a:t>Scanner and Output:</a:t>
            </a:r>
            <a:r>
              <a:rPr lang="en-US" altLang="zh-CN" sz="1800" dirty="0" smtClean="0">
                <a:solidFill>
                  <a:srgbClr val="0D0D0D"/>
                </a:solidFill>
                <a:latin typeface="Times New Roman" panose="02020603050405020304" pitchFamily="18" charset="0"/>
                <a:cs typeface="Times New Roman" panose="02020603050405020304" pitchFamily="18" charset="0"/>
              </a:rPr>
              <a:t> Scanner is used to get input from the user, and </a:t>
            </a:r>
            <a:r>
              <a:rPr lang="en-US" altLang="zh-CN" sz="1800" dirty="0" err="1" smtClean="0">
                <a:solidFill>
                  <a:srgbClr val="0D0D0D"/>
                </a:solidFill>
                <a:latin typeface="Times New Roman" panose="02020603050405020304" pitchFamily="18" charset="0"/>
                <a:cs typeface="Times New Roman" panose="02020603050405020304" pitchFamily="18" charset="0"/>
              </a:rPr>
              <a:t>System.out.println</a:t>
            </a:r>
            <a:r>
              <a:rPr lang="en-US" altLang="zh-CN" sz="1800" dirty="0" smtClean="0">
                <a:solidFill>
                  <a:srgbClr val="0D0D0D"/>
                </a:solidFill>
                <a:latin typeface="Times New Roman" panose="02020603050405020304" pitchFamily="18" charset="0"/>
                <a:cs typeface="Times New Roman" panose="02020603050405020304" pitchFamily="18" charset="0"/>
              </a:rPr>
              <a:t>() is used to show the result on the screen.</a:t>
            </a:r>
            <a:endParaRPr lang="zh-CN" altLang="en-US" sz="1800" b="0" i="0" u="none" strike="noStrike" kern="1200" cap="none" spc="0" baseline="0" dirty="0">
              <a:solidFill>
                <a:srgbClr val="0D0D0D"/>
              </a:solidFill>
              <a:latin typeface="Times New Roman" panose="02020603050405020304" pitchFamily="18" charset="0"/>
              <a:ea typeface="华文新魏"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mt="29000"/>
          </a:blip>
        </a:blipFill>
        <a:effectLst/>
      </p:bgPr>
    </p:bg>
    <p:spTree>
      <p:nvGrpSpPr>
        <p:cNvPr id="1" name=""/>
        <p:cNvGrpSpPr/>
        <p:nvPr/>
      </p:nvGrpSpPr>
      <p:grpSpPr>
        <a:xfrm>
          <a:off x="0" y="0"/>
          <a:ext cx="0" cy="0"/>
          <a:chOff x="0" y="0"/>
          <a:chExt cx="0" cy="0"/>
        </a:xfrm>
      </p:grpSpPr>
      <p:sp>
        <p:nvSpPr>
          <p:cNvPr id="63" name="文本框"/>
          <p:cNvSpPr>
            <a:spLocks noGrp="1"/>
          </p:cNvSpPr>
          <p:nvPr>
            <p:ph type="title"/>
          </p:nvPr>
        </p:nvSpPr>
        <p:spPr>
          <a:xfrm>
            <a:off x="381000" y="0"/>
            <a:ext cx="8229600" cy="742949"/>
          </a:xfrm>
          <a:prstGeom prst="rect">
            <a:avLst/>
          </a:prstGeom>
          <a:solidFill>
            <a:srgbClr val="93BAC3"/>
          </a:solidFill>
          <a:ln w="12700" cap="flat" cmpd="sng">
            <a:noFill/>
            <a:prstDash val="solid"/>
            <a:miter/>
          </a:ln>
        </p:spPr>
        <p:txBody>
          <a:bodyPr vert="horz" wrap="square" lIns="91440" tIns="45720" rIns="91440" bIns="45720" anchor="b" anchorCtr="0"/>
          <a:lstStyle/>
          <a:p>
            <a:pPr marL="0" indent="0" algn="ctr">
              <a:lnSpc>
                <a:spcPct val="100000"/>
              </a:lnSpc>
              <a:spcBef>
                <a:spcPts val="0"/>
              </a:spcBef>
              <a:spcAft>
                <a:spcPts val="0"/>
              </a:spcAft>
              <a:buNone/>
            </a:pPr>
            <a:r>
              <a:rPr lang="en-US" altLang="zh-CN"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Proposed Architecture</a:t>
            </a:r>
            <a:endParaRPr lang="zh-CN" altLang="en-US" sz="40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64" name="文本框"/>
          <p:cNvSpPr>
            <a:spLocks noGrp="1"/>
          </p:cNvSpPr>
          <p:nvPr>
            <p:ph type="ftr"/>
          </p:nvPr>
        </p:nvSpPr>
        <p:spPr>
          <a:xfrm>
            <a:off x="2667000" y="4857750"/>
            <a:ext cx="4035552" cy="152398"/>
          </a:xfrm>
          <a:prstGeom prst="rect">
            <a:avLst/>
          </a:prstGeom>
          <a:noFill/>
          <a:ln cap="flat" cmpd="sng">
            <a:noFill/>
            <a:prstDash val="solid"/>
            <a:miter/>
          </a:ln>
        </p:spPr>
        <p:txBody>
          <a:bodyPr vert="horz" wrap="square" lIns="91440" tIns="45720" rIns="91440" bIns="45720" anchor="t" anchorCtr="0"/>
          <a:lstStyle/>
          <a:p>
            <a:pPr marL="0" indent="0" algn="r" eaLnBrk="1" latinLnBrk="0" hangingPunct="1">
              <a:lnSpc>
                <a:spcPct val="100000"/>
              </a:lnSpc>
              <a:spcBef>
                <a:spcPts val="0"/>
              </a:spcBef>
              <a:spcAft>
                <a:spcPts val="0"/>
              </a:spcAft>
              <a:buNone/>
            </a:pPr>
            <a:r>
              <a:rPr lang="en-US" altLang="zh-CN"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rPr>
              <a:t>EGB1201 – JAVA PROGRAMMING –PROJECT REVIEW 1</a:t>
            </a:r>
            <a:endParaRPr lang="zh-CN" altLang="en-US"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endParaRPr>
          </a:p>
        </p:txBody>
      </p:sp>
      <p:sp>
        <p:nvSpPr>
          <p:cNvPr id="65" name="文本框"/>
          <p:cNvSpPr>
            <a:spLocks noGrp="1"/>
          </p:cNvSpPr>
          <p:nvPr>
            <p:ph type="sldNum"/>
          </p:nvPr>
        </p:nvSpPr>
        <p:spPr>
          <a:xfrm>
            <a:off x="612647" y="4767263"/>
            <a:ext cx="1981200" cy="274319"/>
          </a:xfrm>
          <a:prstGeom prst="rect">
            <a:avLst/>
          </a:prstGeom>
          <a:noFill/>
          <a:ln cap="flat" cmpd="sng">
            <a:noFill/>
            <a:prstDash val="solid"/>
            <a:miter/>
          </a:ln>
        </p:spPr>
        <p:txBody>
          <a:bodyPr vert="horz" wrap="square" lIns="91440" tIns="45720" rIns="91440" bIns="45720" anchor="t" anchorCtr="0"/>
          <a:lstStyle/>
          <a:p>
            <a:pPr marL="0" indent="0" algn="l" eaLnBrk="1" latinLnBrk="0" hangingPunct="1">
              <a:lnSpc>
                <a:spcPct val="100000"/>
              </a:lnSpc>
              <a:spcBef>
                <a:spcPts val="0"/>
              </a:spcBef>
              <a:spcAft>
                <a:spcPts val="0"/>
              </a:spcAft>
              <a:buNone/>
            </a:pPr>
            <a:fld id="{CAD2D6BD-DE1B-4B5F-8B41-2702339687B9}" type="slidenum">
              <a:rPr lang="en-US" altLang="zh-CN" sz="1400" b="0" i="0" u="none" strike="noStrike" kern="1200" cap="none" spc="0" baseline="0">
                <a:solidFill>
                  <a:schemeClr val="tx2"/>
                </a:solidFill>
                <a:latin typeface="Gill Sans MT" panose="020B0502020104020203" charset="0"/>
                <a:ea typeface="华文新魏" charset="0"/>
                <a:cs typeface="Gill Sans MT" panose="020B0502020104020203" charset="0"/>
              </a:rPr>
              <a:pPr marL="0" indent="0" algn="l" eaLnBrk="1" latinLnBrk="0" hangingPunct="1">
                <a:lnSpc>
                  <a:spcPct val="100000"/>
                </a:lnSpc>
                <a:spcBef>
                  <a:spcPts val="0"/>
                </a:spcBef>
                <a:spcAft>
                  <a:spcPts val="0"/>
                </a:spcAft>
                <a:buNone/>
              </a:pPr>
              <a:t>7</a:t>
            </a:fld>
            <a:endParaRPr lang="zh-CN" altLang="en-US" sz="1400" b="0" i="0" u="none" strike="noStrike" kern="1200" cap="none" spc="0" baseline="0">
              <a:solidFill>
                <a:schemeClr val="tx2"/>
              </a:solidFill>
              <a:latin typeface="Gill Sans MT" panose="020B0502020104020203" charset="0"/>
              <a:ea typeface="华文新魏" charset="0"/>
              <a:cs typeface="Gill Sans MT" panose="020B0502020104020203" charset="0"/>
            </a:endParaRPr>
          </a:p>
        </p:txBody>
      </p:sp>
      <p:pic>
        <p:nvPicPr>
          <p:cNvPr id="11265" name="Picture 1" descr="C:\Users\admin\Downloads\e62dbd4f-0548-4516-ab05-c16f389ea311.jpg"/>
          <p:cNvPicPr>
            <a:picLocks noChangeAspect="1" noChangeArrowheads="1"/>
          </p:cNvPicPr>
          <p:nvPr/>
        </p:nvPicPr>
        <p:blipFill>
          <a:blip r:embed="rId4"/>
          <a:srcRect/>
          <a:stretch>
            <a:fillRect/>
          </a:stretch>
        </p:blipFill>
        <p:spPr bwMode="auto">
          <a:xfrm>
            <a:off x="457200" y="1352551"/>
            <a:ext cx="1066800" cy="1071562"/>
          </a:xfrm>
          <a:prstGeom prst="rect">
            <a:avLst/>
          </a:prstGeom>
          <a:noFill/>
        </p:spPr>
      </p:pic>
      <p:sp>
        <p:nvSpPr>
          <p:cNvPr id="8" name="Right Arrow 7"/>
          <p:cNvSpPr/>
          <p:nvPr/>
        </p:nvSpPr>
        <p:spPr>
          <a:xfrm>
            <a:off x="1676400" y="1809750"/>
            <a:ext cx="304800" cy="15240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67" name="AutoShape 3" descr="data:image/jpeg;base64,/9j/4AAQSkZJRgABAQAAAQABAAD/2wCEABsbGxscGx4hIR4qLSgtKj04MzM4PV1CR0JHQl2NWGdYWGdYjX2Xe3N7l33gsJycsOD/2c7Z//////////////8BGxsbGxwbHiEhHiotKC0qPTgzMzg9XUJHQkdCXY1YZ1hYZ1iNfZd7c3uXfeCwnJyw4P/Zztn////////////////CABEIAEgASAMBIgACEQEDEQH/xAAsAAEAAgMBAAAAAAAAAAAAAAAABAUBAgYDAQEAAAAAAAAAAAAAAAAAAAAA/9oADAMBAAIQAxAAAADpgGtIXrlJ5eMZABgoefn+BMq++4kuL/j+vMgA5+3kQCd46+JXdDrsAAawt4hIk18w851TbAAAAAAH/8QALBAAAgICAQICCQUAAAAAAAAAAQIDBAAREgVRICITFBUhMDFBYYMQMjNCUv/aAAgBAQABPwD4csqQoWY6AyfqT/RuC57RO/5nyt1SQf25rkUySoHU7B8PUbO3bsmbeZ+7E57Gtej55t4X7MDnTbXGRf8AL+G8Tr8hyg6pajZhnpY+HLkNZfdXtSMoyiTr8g8N2pudot6DnanKnToIEHlBOepQdjlvp0E6HygHKdXjOI97CHbHw2q6TxkHFntVPJKhde4z2nDr9rY89m35Y0KL3OV66V4/Ax0rHsMrzGSDmcguu8wRkHBjkthhYKJEpC/PHnKTRIB7mya60MzR6+mKdqp7j9XG0YfY5TaQRGJoyMggmE6ApoKSd5Ygm9akKqdMRo5LG5ngOvcPnl6tJJI7IMQaRR9h8P8A/8QAFBEBAAAAAAAAAAAAAAAAAAAAQP/aAAgBAgEBPwBP/8QAFBEBAAAAAAAAAAAAAAAAAAAAQP/aAAgBAwEBPwBP/9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269" name="AutoShape 5" descr="data:image/jpeg;base64,/9j/4AAQSkZJRgABAQAAAQABAAD/2wCEABsbGxscGx4hIR4qLSgtKj04MzM4PV1CR0JHQl2NWGdYWGdYjX2Xe3N7l33gsJycsOD/2c7Z//////////////8BGxsbGxwbHiEhHiotKC0qPTgzMzg9XUJHQkdCXY1YZ1hYZ1iNfZd7c3uXfeCwnJyw4P/Zztn////////////////CABEIAEgASAMBIgACEQEDEQH/xAAsAAEAAgMBAAAAAAAAAAAAAAAABAUBAgYDAQEAAAAAAAAAAAAAAAAAAAAA/9oADAMBAAIQAxAAAADpgGtIXrlJ5eMZABgoefn+BMq++4kuL/j+vMgA5+3kQCd46+JXdDrsAAawt4hIk18w851TbAAAAAAH/8QALBAAAgICAQICCQUAAAAAAAAAAQIDBAAREgVRICITFBUhMDFBYYMQMjNCUv/aAAgBAQABPwD4csqQoWY6AyfqT/RuC57RO/5nyt1SQf25rkUySoHU7B8PUbO3bsmbeZ+7E57Gtej55t4X7MDnTbXGRf8AL+G8Tr8hyg6pajZhnpY+HLkNZfdXtSMoyiTr8g8N2pudot6DnanKnToIEHlBOepQdjlvp0E6HygHKdXjOI97CHbHw2q6TxkHFntVPJKhde4z2nDr9rY89m35Y0KL3OV66V4/Ax0rHsMrzGSDmcguu8wRkHBjkthhYKJEpC/PHnKTRIB7mya60MzR6+mKdqp7j9XG0YfY5TaQRGJoyMggmE6ApoKSd5Ygm9akKqdMRo5LG5ngOvcPnl6tJJI7IMQaRR9h8P8A/8QAFBEBAAAAAAAAAAAAAAAAAAAAQP/aAAgBAgEBPwBP/8QAFBEBAAAAAAAAAAAAAAAAAAAAQP/aAAgBAwEBPwBP/9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271" name="AutoShape 7" descr="login icon vector 41731156 Vector Art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273" name="AutoShape 9" descr="login icon vector 41731156 Vector Art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11275" name="AutoShape 11" descr="login icon vector 41731156 Vector Art ..."/>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1276" name="Picture 12" descr="C:\Users\admin\Downloads\download.png"/>
          <p:cNvPicPr>
            <a:picLocks noChangeAspect="1" noChangeArrowheads="1"/>
          </p:cNvPicPr>
          <p:nvPr/>
        </p:nvPicPr>
        <p:blipFill>
          <a:blip r:embed="rId5"/>
          <a:srcRect/>
          <a:stretch>
            <a:fillRect/>
          </a:stretch>
        </p:blipFill>
        <p:spPr bwMode="auto">
          <a:xfrm>
            <a:off x="2133600" y="1657350"/>
            <a:ext cx="457199" cy="457199"/>
          </a:xfrm>
          <a:prstGeom prst="rect">
            <a:avLst/>
          </a:prstGeom>
          <a:noFill/>
        </p:spPr>
      </p:pic>
      <p:cxnSp>
        <p:nvCxnSpPr>
          <p:cNvPr id="16" name="Elbow Connector 15"/>
          <p:cNvCxnSpPr/>
          <p:nvPr/>
        </p:nvCxnSpPr>
        <p:spPr>
          <a:xfrm rot="16200000" flipH="1">
            <a:off x="2971800" y="1962150"/>
            <a:ext cx="914400" cy="6096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sp>
        <p:nvSpPr>
          <p:cNvPr id="21" name="Flowchart: Alternate Process 20"/>
          <p:cNvSpPr/>
          <p:nvPr/>
        </p:nvSpPr>
        <p:spPr>
          <a:xfrm>
            <a:off x="3048000" y="1352550"/>
            <a:ext cx="1143000" cy="3048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Student login</a:t>
            </a:r>
            <a:endParaRPr lang="en-US" sz="1100" dirty="0"/>
          </a:p>
        </p:txBody>
      </p:sp>
      <p:sp>
        <p:nvSpPr>
          <p:cNvPr id="22" name="Flowchart: Alternate Process 21"/>
          <p:cNvSpPr/>
          <p:nvPr/>
        </p:nvSpPr>
        <p:spPr>
          <a:xfrm>
            <a:off x="3048000" y="2114550"/>
            <a:ext cx="1143000" cy="30480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Admin login</a:t>
            </a:r>
            <a:endParaRPr lang="en-US" sz="1100" dirty="0"/>
          </a:p>
        </p:txBody>
      </p:sp>
      <p:sp>
        <p:nvSpPr>
          <p:cNvPr id="23" name="Oval 22"/>
          <p:cNvSpPr/>
          <p:nvPr/>
        </p:nvSpPr>
        <p:spPr>
          <a:xfrm>
            <a:off x="4800600" y="1276350"/>
            <a:ext cx="1295400" cy="4572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Student Homepage</a:t>
            </a:r>
            <a:endParaRPr lang="en-US" sz="1050" dirty="0"/>
          </a:p>
        </p:txBody>
      </p:sp>
      <p:sp>
        <p:nvSpPr>
          <p:cNvPr id="24" name="Oval 23"/>
          <p:cNvSpPr/>
          <p:nvPr/>
        </p:nvSpPr>
        <p:spPr>
          <a:xfrm>
            <a:off x="2971800" y="2800350"/>
            <a:ext cx="1295400" cy="457200"/>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Admin Homepage</a:t>
            </a:r>
            <a:endParaRPr lang="en-US" sz="1050" dirty="0"/>
          </a:p>
        </p:txBody>
      </p:sp>
      <p:sp>
        <p:nvSpPr>
          <p:cNvPr id="25" name="Flowchart: Process 24"/>
          <p:cNvSpPr/>
          <p:nvPr/>
        </p:nvSpPr>
        <p:spPr>
          <a:xfrm>
            <a:off x="1600200" y="4019550"/>
            <a:ext cx="1066800" cy="381000"/>
          </a:xfrm>
          <a:prstGeom prst="flowChartProcess">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Add and manage rooms</a:t>
            </a:r>
            <a:endParaRPr lang="en-US" sz="1000" dirty="0"/>
          </a:p>
        </p:txBody>
      </p:sp>
      <p:sp>
        <p:nvSpPr>
          <p:cNvPr id="27" name="Flowchart: Process 26"/>
          <p:cNvSpPr/>
          <p:nvPr/>
        </p:nvSpPr>
        <p:spPr>
          <a:xfrm>
            <a:off x="2971800" y="4019550"/>
            <a:ext cx="1066800" cy="381000"/>
          </a:xfrm>
          <a:prstGeom prst="flowChartProcess">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View booking</a:t>
            </a:r>
            <a:endParaRPr lang="en-US" sz="1050" dirty="0"/>
          </a:p>
        </p:txBody>
      </p:sp>
      <p:sp>
        <p:nvSpPr>
          <p:cNvPr id="28" name="Flowchart: Process 27"/>
          <p:cNvSpPr/>
          <p:nvPr/>
        </p:nvSpPr>
        <p:spPr>
          <a:xfrm>
            <a:off x="4343400" y="4019550"/>
            <a:ext cx="1066800" cy="381000"/>
          </a:xfrm>
          <a:prstGeom prst="flowChartProcess">
            <a:avLst/>
          </a:prstGeom>
          <a:solidFill>
            <a:schemeClr val="accent5">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Waiting list (or)  Approve</a:t>
            </a:r>
            <a:endParaRPr lang="en-US" sz="1050" dirty="0"/>
          </a:p>
        </p:txBody>
      </p:sp>
      <p:sp>
        <p:nvSpPr>
          <p:cNvPr id="29" name="Flowchart: Process 28"/>
          <p:cNvSpPr/>
          <p:nvPr/>
        </p:nvSpPr>
        <p:spPr>
          <a:xfrm>
            <a:off x="6781800" y="1200150"/>
            <a:ext cx="1066800" cy="381000"/>
          </a:xfrm>
          <a:prstGeom prst="flowChartProcess">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dirty="0" smtClean="0"/>
              <a:t>View rooms</a:t>
            </a:r>
            <a:endParaRPr lang="en-US" sz="1100" dirty="0"/>
          </a:p>
        </p:txBody>
      </p:sp>
      <p:sp>
        <p:nvSpPr>
          <p:cNvPr id="30" name="Flowchart: Process 29"/>
          <p:cNvSpPr/>
          <p:nvPr/>
        </p:nvSpPr>
        <p:spPr>
          <a:xfrm>
            <a:off x="6781800" y="1885950"/>
            <a:ext cx="1066800" cy="457200"/>
          </a:xfrm>
          <a:prstGeom prst="flowChartProcess">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00" dirty="0" smtClean="0"/>
              <a:t>Check </a:t>
            </a:r>
            <a:r>
              <a:rPr lang="en-US" sz="1000" dirty="0" smtClean="0"/>
              <a:t>AC/Non-AC  + Sharing Rooms</a:t>
            </a:r>
            <a:endParaRPr lang="en-US" sz="1000" dirty="0"/>
          </a:p>
        </p:txBody>
      </p:sp>
      <p:sp>
        <p:nvSpPr>
          <p:cNvPr id="31" name="Flowchart: Process 30"/>
          <p:cNvSpPr/>
          <p:nvPr/>
        </p:nvSpPr>
        <p:spPr>
          <a:xfrm>
            <a:off x="6781800" y="2724150"/>
            <a:ext cx="1066800" cy="381000"/>
          </a:xfrm>
          <a:prstGeom prst="flowChartProcess">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Apply Booking</a:t>
            </a:r>
            <a:endParaRPr lang="en-US" sz="1050" dirty="0"/>
          </a:p>
        </p:txBody>
      </p:sp>
      <p:sp>
        <p:nvSpPr>
          <p:cNvPr id="32" name="Flowchart: Process 31"/>
          <p:cNvSpPr/>
          <p:nvPr/>
        </p:nvSpPr>
        <p:spPr>
          <a:xfrm>
            <a:off x="6781800" y="3486150"/>
            <a:ext cx="1066800" cy="381000"/>
          </a:xfrm>
          <a:prstGeom prst="flowChartProcess">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050" dirty="0" smtClean="0"/>
              <a:t>Cance</a:t>
            </a:r>
            <a:r>
              <a:rPr lang="en-US" sz="1050" dirty="0" smtClean="0"/>
              <a:t>l Booking</a:t>
            </a:r>
            <a:endParaRPr lang="en-US" sz="1050" dirty="0"/>
          </a:p>
        </p:txBody>
      </p:sp>
      <p:pic>
        <p:nvPicPr>
          <p:cNvPr id="11277" name="Picture 13" descr="C:\Users\admin\Downloads\download.jpg"/>
          <p:cNvPicPr>
            <a:picLocks noChangeAspect="1" noChangeArrowheads="1"/>
          </p:cNvPicPr>
          <p:nvPr/>
        </p:nvPicPr>
        <p:blipFill>
          <a:blip r:embed="rId6"/>
          <a:srcRect/>
          <a:stretch>
            <a:fillRect/>
          </a:stretch>
        </p:blipFill>
        <p:spPr bwMode="auto">
          <a:xfrm>
            <a:off x="8077200" y="4019550"/>
            <a:ext cx="762000" cy="666750"/>
          </a:xfrm>
          <a:prstGeom prst="rect">
            <a:avLst/>
          </a:prstGeom>
          <a:noFill/>
        </p:spPr>
      </p:pic>
      <p:cxnSp>
        <p:nvCxnSpPr>
          <p:cNvPr id="35" name="Elbow Connector 34"/>
          <p:cNvCxnSpPr/>
          <p:nvPr/>
        </p:nvCxnSpPr>
        <p:spPr>
          <a:xfrm rot="5400000" flipH="1" flipV="1">
            <a:off x="2628900" y="1543050"/>
            <a:ext cx="304800" cy="228600"/>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0" name="Elbow Connector 39"/>
          <p:cNvCxnSpPr/>
          <p:nvPr/>
        </p:nvCxnSpPr>
        <p:spPr>
          <a:xfrm rot="5400000" flipH="1" flipV="1">
            <a:off x="2628900" y="1543050"/>
            <a:ext cx="381000" cy="304800"/>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sp>
        <p:nvSpPr>
          <p:cNvPr id="41" name="Down Arrow 40"/>
          <p:cNvSpPr/>
          <p:nvPr/>
        </p:nvSpPr>
        <p:spPr>
          <a:xfrm>
            <a:off x="3505200" y="2495550"/>
            <a:ext cx="152400" cy="228600"/>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ight Arrow 42"/>
          <p:cNvSpPr/>
          <p:nvPr/>
        </p:nvSpPr>
        <p:spPr>
          <a:xfrm>
            <a:off x="4343400" y="1428750"/>
            <a:ext cx="381000" cy="15240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Double Brace 48"/>
          <p:cNvSpPr/>
          <p:nvPr/>
        </p:nvSpPr>
        <p:spPr>
          <a:xfrm>
            <a:off x="2667000" y="1581150"/>
            <a:ext cx="304800" cy="457200"/>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4" name="Striped Right Arrow 53"/>
          <p:cNvSpPr/>
          <p:nvPr/>
        </p:nvSpPr>
        <p:spPr>
          <a:xfrm>
            <a:off x="2667000" y="1809750"/>
            <a:ext cx="381000" cy="152400"/>
          </a:xfrm>
          <a:prstGeom prst="striped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Down Arrow 54"/>
          <p:cNvSpPr/>
          <p:nvPr/>
        </p:nvSpPr>
        <p:spPr>
          <a:xfrm>
            <a:off x="3505200" y="3409950"/>
            <a:ext cx="152400" cy="228600"/>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ight Arrow 56"/>
          <p:cNvSpPr/>
          <p:nvPr/>
        </p:nvSpPr>
        <p:spPr>
          <a:xfrm>
            <a:off x="2667000" y="4095750"/>
            <a:ext cx="304800" cy="15240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ight Arrow 57"/>
          <p:cNvSpPr/>
          <p:nvPr/>
        </p:nvSpPr>
        <p:spPr>
          <a:xfrm>
            <a:off x="4038600" y="4095750"/>
            <a:ext cx="304800" cy="15240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ight Arrow 58"/>
          <p:cNvSpPr/>
          <p:nvPr/>
        </p:nvSpPr>
        <p:spPr>
          <a:xfrm>
            <a:off x="6248400" y="1352550"/>
            <a:ext cx="381000" cy="15240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Down Arrow 60"/>
          <p:cNvSpPr/>
          <p:nvPr/>
        </p:nvSpPr>
        <p:spPr>
          <a:xfrm>
            <a:off x="7239000" y="1657350"/>
            <a:ext cx="152400" cy="228600"/>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Down Arrow 61"/>
          <p:cNvSpPr/>
          <p:nvPr/>
        </p:nvSpPr>
        <p:spPr>
          <a:xfrm>
            <a:off x="7239000" y="2419350"/>
            <a:ext cx="152400" cy="228600"/>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Down Arrow 66"/>
          <p:cNvSpPr/>
          <p:nvPr/>
        </p:nvSpPr>
        <p:spPr>
          <a:xfrm>
            <a:off x="7239000" y="3181350"/>
            <a:ext cx="152400" cy="228600"/>
          </a:xfrm>
          <a:prstGeom prst="down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Bent-Up Arrow 76"/>
          <p:cNvSpPr/>
          <p:nvPr/>
        </p:nvSpPr>
        <p:spPr>
          <a:xfrm flipV="1">
            <a:off x="7924800" y="3638550"/>
            <a:ext cx="609600" cy="228600"/>
          </a:xfrm>
          <a:prstGeom prst="bentUp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ight Arrow 78"/>
          <p:cNvSpPr/>
          <p:nvPr/>
        </p:nvSpPr>
        <p:spPr>
          <a:xfrm>
            <a:off x="5562600" y="4171950"/>
            <a:ext cx="2438400" cy="152400"/>
          </a:xfrm>
          <a:prstGeom prst="rightArrow">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mt="29000"/>
          </a:blip>
        </a:blipFill>
        <a:effectLst/>
      </p:bgPr>
    </p:bg>
    <p:spTree>
      <p:nvGrpSpPr>
        <p:cNvPr id="1" name=""/>
        <p:cNvGrpSpPr/>
        <p:nvPr/>
      </p:nvGrpSpPr>
      <p:grpSpPr>
        <a:xfrm>
          <a:off x="0" y="0"/>
          <a:ext cx="0" cy="0"/>
          <a:chOff x="0" y="0"/>
          <a:chExt cx="0" cy="0"/>
        </a:xfrm>
      </p:grpSpPr>
      <p:sp>
        <p:nvSpPr>
          <p:cNvPr id="67" name="文本框"/>
          <p:cNvSpPr>
            <a:spLocks noGrp="1"/>
          </p:cNvSpPr>
          <p:nvPr>
            <p:ph type="title"/>
          </p:nvPr>
        </p:nvSpPr>
        <p:spPr>
          <a:xfrm>
            <a:off x="457200" y="114300"/>
            <a:ext cx="8229600" cy="742949"/>
          </a:xfrm>
          <a:prstGeom prst="rect">
            <a:avLst/>
          </a:prstGeom>
          <a:solidFill>
            <a:srgbClr val="93BAC3"/>
          </a:solidFill>
          <a:ln w="12700" cap="flat" cmpd="sng">
            <a:noFill/>
            <a:prstDash val="solid"/>
            <a:miter/>
          </a:ln>
        </p:spPr>
        <p:txBody>
          <a:bodyPr vert="horz" wrap="square" lIns="91440" tIns="45720" rIns="91440" bIns="45720" anchor="b" anchorCtr="0"/>
          <a:lstStyle/>
          <a:p>
            <a:pPr marL="0" indent="0" algn="ctr">
              <a:lnSpc>
                <a:spcPct val="100000"/>
              </a:lnSpc>
              <a:spcBef>
                <a:spcPts val="0"/>
              </a:spcBef>
              <a:spcAft>
                <a:spcPts val="0"/>
              </a:spcAft>
              <a:buNone/>
            </a:pPr>
            <a:r>
              <a:rPr lang="en-US" altLang="zh-CN"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Proposed Architecture - Description</a:t>
            </a:r>
            <a:endParaRPr lang="zh-CN" altLang="en-US" sz="40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68" name="文本框"/>
          <p:cNvSpPr>
            <a:spLocks noGrp="1"/>
          </p:cNvSpPr>
          <p:nvPr>
            <p:ph type="ftr"/>
          </p:nvPr>
        </p:nvSpPr>
        <p:spPr>
          <a:xfrm>
            <a:off x="2743200" y="4767263"/>
            <a:ext cx="4191000" cy="376237"/>
          </a:xfrm>
          <a:prstGeom prst="rect">
            <a:avLst/>
          </a:prstGeom>
          <a:noFill/>
          <a:ln cap="flat" cmpd="sng">
            <a:noFill/>
            <a:prstDash val="solid"/>
            <a:miter/>
          </a:ln>
        </p:spPr>
        <p:txBody>
          <a:bodyPr vert="horz" wrap="square" lIns="91440" tIns="45720" rIns="91440" bIns="45720" anchor="t" anchorCtr="0"/>
          <a:lstStyle/>
          <a:p>
            <a:pPr marL="0" indent="0" algn="r" eaLnBrk="1" latinLnBrk="0" hangingPunct="1">
              <a:lnSpc>
                <a:spcPct val="100000"/>
              </a:lnSpc>
              <a:spcBef>
                <a:spcPts val="0"/>
              </a:spcBef>
              <a:spcAft>
                <a:spcPts val="0"/>
              </a:spcAft>
              <a:buNone/>
            </a:pPr>
            <a:r>
              <a:rPr lang="en-US" altLang="zh-CN"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rPr>
              <a:t>EGB1201 – JAVA PROGRAMMING –PROJECT REVIEW 1</a:t>
            </a:r>
            <a:endParaRPr lang="zh-CN" altLang="en-US"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endParaRPr>
          </a:p>
        </p:txBody>
      </p:sp>
      <p:sp>
        <p:nvSpPr>
          <p:cNvPr id="69" name="文本框"/>
          <p:cNvSpPr>
            <a:spLocks noGrp="1"/>
          </p:cNvSpPr>
          <p:nvPr>
            <p:ph type="sldNum"/>
          </p:nvPr>
        </p:nvSpPr>
        <p:spPr>
          <a:xfrm>
            <a:off x="612647" y="4767263"/>
            <a:ext cx="1981200" cy="274319"/>
          </a:xfrm>
          <a:prstGeom prst="rect">
            <a:avLst/>
          </a:prstGeom>
          <a:noFill/>
          <a:ln cap="flat" cmpd="sng">
            <a:noFill/>
            <a:prstDash val="solid"/>
            <a:miter/>
          </a:ln>
        </p:spPr>
        <p:txBody>
          <a:bodyPr vert="horz" wrap="square" lIns="91440" tIns="45720" rIns="91440" bIns="45720" anchor="t" anchorCtr="0"/>
          <a:lstStyle/>
          <a:p>
            <a:pPr marL="0" indent="0" algn="l" eaLnBrk="1" latinLnBrk="0" hangingPunct="1">
              <a:lnSpc>
                <a:spcPct val="100000"/>
              </a:lnSpc>
              <a:spcBef>
                <a:spcPts val="0"/>
              </a:spcBef>
              <a:spcAft>
                <a:spcPts val="0"/>
              </a:spcAft>
              <a:buNone/>
            </a:pPr>
            <a:fld id="{CAD2D6BD-DE1B-4B5F-8B41-2702339687B9}" type="slidenum">
              <a:rPr lang="en-US" altLang="zh-CN" sz="1400" b="0" i="0" u="none" strike="noStrike" kern="1200" cap="none" spc="0" baseline="0">
                <a:solidFill>
                  <a:schemeClr val="tx2"/>
                </a:solidFill>
                <a:latin typeface="Gill Sans MT" panose="020B0502020104020203" charset="0"/>
                <a:ea typeface="华文新魏" charset="0"/>
                <a:cs typeface="Gill Sans MT" panose="020B0502020104020203" charset="0"/>
              </a:rPr>
              <a:pPr marL="0" indent="0" algn="l" eaLnBrk="1" latinLnBrk="0" hangingPunct="1">
                <a:lnSpc>
                  <a:spcPct val="100000"/>
                </a:lnSpc>
                <a:spcBef>
                  <a:spcPts val="0"/>
                </a:spcBef>
                <a:spcAft>
                  <a:spcPts val="0"/>
                </a:spcAft>
                <a:buNone/>
              </a:pPr>
              <a:t>8</a:t>
            </a:fld>
            <a:endParaRPr lang="zh-CN" altLang="en-US" sz="1400" b="0" i="0" u="none" strike="noStrike" kern="1200" cap="none" spc="0" baseline="0">
              <a:solidFill>
                <a:schemeClr val="tx2"/>
              </a:solidFill>
              <a:latin typeface="Gill Sans MT" panose="020B0502020104020203" charset="0"/>
              <a:ea typeface="华文新魏" charset="0"/>
              <a:cs typeface="Gill Sans MT" panose="020B0502020104020203" charset="0"/>
            </a:endParaRPr>
          </a:p>
        </p:txBody>
      </p:sp>
      <p:sp>
        <p:nvSpPr>
          <p:cNvPr id="70" name="文本框"/>
          <p:cNvSpPr>
            <a:spLocks noGrp="1"/>
          </p:cNvSpPr>
          <p:nvPr>
            <p:ph type="body" idx="1"/>
          </p:nvPr>
        </p:nvSpPr>
        <p:spPr>
          <a:xfrm>
            <a:off x="457200" y="1047750"/>
            <a:ext cx="8229600" cy="3569970"/>
          </a:xfrm>
          <a:prstGeom prst="rect">
            <a:avLst/>
          </a:prstGeom>
          <a:noFill/>
          <a:ln w="12700" cap="flat" cmpd="sng">
            <a:noFill/>
            <a:prstDash val="solid"/>
            <a:miter/>
          </a:ln>
        </p:spPr>
        <p:txBody>
          <a:bodyPr vert="horz" wrap="square" lIns="91440" tIns="45720" rIns="91440" bIns="45720" anchor="t" anchorCtr="0"/>
          <a:lstStyle/>
          <a:p>
            <a:pPr algn="just">
              <a:buFont typeface="Wingdings" panose="05000000000000000000" charset="0"/>
              <a:buChar char="Ø"/>
            </a:pPr>
            <a:r>
              <a:rPr lang="en-US" altLang="zh-CN" sz="1600" b="1" dirty="0" smtClean="0">
                <a:latin typeface="Times New Roman" panose="02020603050405020304" pitchFamily="18" charset="0"/>
                <a:cs typeface="Times New Roman" panose="02020603050405020304" pitchFamily="18" charset="0"/>
              </a:rPr>
              <a:t>Admin:</a:t>
            </a:r>
          </a:p>
          <a:p>
            <a:pPr>
              <a:buFont typeface="Wingdings" pitchFamily="2" charset="2"/>
              <a:buChar char="q"/>
            </a:pPr>
            <a:r>
              <a:rPr lang="en-US" altLang="zh-CN" sz="1400" dirty="0" smtClean="0">
                <a:latin typeface="Times New Roman" panose="02020603050405020304" pitchFamily="18" charset="0"/>
                <a:cs typeface="Times New Roman" panose="02020603050405020304" pitchFamily="18" charset="0"/>
              </a:rPr>
              <a:t>Logs in to the admin </a:t>
            </a:r>
            <a:r>
              <a:rPr lang="en-US" altLang="zh-CN" sz="1400" dirty="0" smtClean="0">
                <a:latin typeface="Times New Roman" panose="02020603050405020304" pitchFamily="18" charset="0"/>
                <a:cs typeface="Times New Roman" panose="02020603050405020304" pitchFamily="18" charset="0"/>
              </a:rPr>
              <a:t>homepage</a:t>
            </a:r>
            <a:endParaRPr lang="en-US" altLang="zh-CN" sz="1400" dirty="0" smtClean="0">
              <a:latin typeface="Times New Roman" panose="02020603050405020304" pitchFamily="18" charset="0"/>
              <a:cs typeface="Times New Roman" panose="02020603050405020304" pitchFamily="18" charset="0"/>
            </a:endParaRPr>
          </a:p>
          <a:p>
            <a:pPr>
              <a:buFont typeface="Wingdings" pitchFamily="2" charset="2"/>
              <a:buChar char="q"/>
            </a:pPr>
            <a:r>
              <a:rPr lang="en-US" altLang="zh-CN" sz="1400" dirty="0" smtClean="0">
                <a:latin typeface="Times New Roman" panose="02020603050405020304" pitchFamily="18" charset="0"/>
                <a:cs typeface="Times New Roman" panose="02020603050405020304" pitchFamily="18" charset="0"/>
              </a:rPr>
              <a:t>Manages rooms </a:t>
            </a:r>
          </a:p>
          <a:p>
            <a:pPr>
              <a:buFont typeface="Wingdings" pitchFamily="2" charset="2"/>
              <a:buChar char="q"/>
            </a:pPr>
            <a:r>
              <a:rPr lang="en-US" altLang="zh-CN" sz="1400" dirty="0" smtClean="0">
                <a:latin typeface="Times New Roman" panose="02020603050405020304" pitchFamily="18" charset="0"/>
                <a:cs typeface="Times New Roman" panose="02020603050405020304" pitchFamily="18" charset="0"/>
              </a:rPr>
              <a:t>Checks booking requests from students</a:t>
            </a:r>
          </a:p>
          <a:p>
            <a:pPr>
              <a:buFont typeface="Wingdings" pitchFamily="2" charset="2"/>
              <a:buChar char="q"/>
            </a:pPr>
            <a:r>
              <a:rPr lang="en-US" altLang="zh-CN" sz="1400" dirty="0" smtClean="0">
                <a:latin typeface="Times New Roman" panose="02020603050405020304" pitchFamily="18" charset="0"/>
                <a:cs typeface="Times New Roman" panose="02020603050405020304" pitchFamily="18" charset="0"/>
              </a:rPr>
              <a:t>Approves or rejects room bookings</a:t>
            </a:r>
          </a:p>
          <a:p>
            <a:pPr>
              <a:buFont typeface="Wingdings" pitchFamily="2" charset="2"/>
              <a:buChar char="q"/>
            </a:pPr>
            <a:r>
              <a:rPr lang="en-US" altLang="zh-CN" sz="1400" dirty="0" smtClean="0">
                <a:latin typeface="Times New Roman" panose="02020603050405020304" pitchFamily="18" charset="0"/>
                <a:cs typeface="Times New Roman" panose="02020603050405020304" pitchFamily="18" charset="0"/>
              </a:rPr>
              <a:t>Updates room status in the system (vacant/occupied)</a:t>
            </a:r>
          </a:p>
          <a:p>
            <a:pPr algn="just">
              <a:buFont typeface="Wingdings" panose="05000000000000000000" charset="0"/>
              <a:buChar char="Ø"/>
            </a:pPr>
            <a:r>
              <a:rPr lang="en-US" altLang="zh-CN" sz="1600" b="1" dirty="0" smtClean="0">
                <a:latin typeface="Times New Roman" panose="02020603050405020304" pitchFamily="18" charset="0"/>
                <a:cs typeface="Times New Roman" panose="02020603050405020304" pitchFamily="18" charset="0"/>
              </a:rPr>
              <a:t>Student:</a:t>
            </a:r>
          </a:p>
          <a:p>
            <a:pPr algn="just">
              <a:buFont typeface="Wingdings" pitchFamily="2" charset="2"/>
              <a:buChar char="q"/>
            </a:pPr>
            <a:r>
              <a:rPr lang="en-US" altLang="zh-CN" sz="1400" dirty="0" smtClean="0">
                <a:latin typeface="Times New Roman" panose="02020603050405020304" pitchFamily="18" charset="0"/>
                <a:cs typeface="Times New Roman" panose="02020603050405020304" pitchFamily="18" charset="0"/>
              </a:rPr>
              <a:t>Logs in to the student </a:t>
            </a:r>
            <a:r>
              <a:rPr lang="en-US" altLang="zh-CN" sz="1400" dirty="0" smtClean="0">
                <a:latin typeface="Times New Roman" panose="02020603050405020304" pitchFamily="18" charset="0"/>
                <a:cs typeface="Times New Roman" panose="02020603050405020304" pitchFamily="18" charset="0"/>
              </a:rPr>
              <a:t>homepage</a:t>
            </a:r>
            <a:endParaRPr lang="en-US" altLang="zh-CN" sz="1400" dirty="0" smtClean="0">
              <a:latin typeface="Times New Roman" panose="02020603050405020304" pitchFamily="18" charset="0"/>
              <a:cs typeface="Times New Roman" panose="02020603050405020304" pitchFamily="18" charset="0"/>
            </a:endParaRPr>
          </a:p>
          <a:p>
            <a:pPr algn="just">
              <a:buFont typeface="Wingdings" pitchFamily="2" charset="2"/>
              <a:buChar char="q"/>
            </a:pPr>
            <a:r>
              <a:rPr lang="en-US" altLang="zh-CN" sz="1400" dirty="0" smtClean="0">
                <a:latin typeface="Times New Roman" panose="02020603050405020304" pitchFamily="18" charset="0"/>
                <a:cs typeface="Times New Roman" panose="02020603050405020304" pitchFamily="18" charset="0"/>
              </a:rPr>
              <a:t>Views available rooms list</a:t>
            </a:r>
          </a:p>
          <a:p>
            <a:pPr algn="just">
              <a:buFont typeface="Wingdings" pitchFamily="2" charset="2"/>
              <a:buChar char="q"/>
            </a:pPr>
            <a:r>
              <a:rPr lang="en-US" altLang="zh-CN" sz="1400" dirty="0" smtClean="0">
                <a:latin typeface="Times New Roman" panose="02020603050405020304" pitchFamily="18" charset="0"/>
                <a:cs typeface="Times New Roman" panose="02020603050405020304" pitchFamily="18" charset="0"/>
              </a:rPr>
              <a:t>Checks AC and Non-AC room options</a:t>
            </a:r>
          </a:p>
          <a:p>
            <a:pPr algn="just">
              <a:buFont typeface="Wingdings" pitchFamily="2" charset="2"/>
              <a:buChar char="q"/>
            </a:pPr>
            <a:r>
              <a:rPr lang="en-US" altLang="zh-CN" sz="1400" dirty="0" smtClean="0">
                <a:latin typeface="Times New Roman" panose="02020603050405020304" pitchFamily="18" charset="0"/>
                <a:cs typeface="Times New Roman" panose="02020603050405020304" pitchFamily="18" charset="0"/>
              </a:rPr>
              <a:t>Applies/requests for hostel room</a:t>
            </a:r>
          </a:p>
          <a:p>
            <a:pPr algn="just">
              <a:buFont typeface="Wingdings" pitchFamily="2" charset="2"/>
              <a:buChar char="q"/>
            </a:pPr>
            <a:r>
              <a:rPr lang="en-US" altLang="zh-CN" sz="1400" dirty="0" smtClean="0">
                <a:latin typeface="Times New Roman" panose="02020603050405020304" pitchFamily="18" charset="0"/>
                <a:cs typeface="Times New Roman" panose="02020603050405020304" pitchFamily="18" charset="0"/>
              </a:rPr>
              <a:t>Student can see booking status in the system</a:t>
            </a:r>
            <a:endParaRPr lang="zh-CN" altLang="en-US" sz="1400" b="0" i="0" u="none" strike="noStrike" kern="1200" cap="none" spc="0" baseline="0" dirty="0">
              <a:solidFill>
                <a:schemeClr val="tx1"/>
              </a:solidFill>
              <a:latin typeface="Times New Roman" panose="02020603050405020304" pitchFamily="18" charset="0"/>
              <a:ea typeface="华文新魏"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mt="29000"/>
          </a:blip>
        </a:blipFill>
        <a:effectLst/>
      </p:bgPr>
    </p:bg>
    <p:spTree>
      <p:nvGrpSpPr>
        <p:cNvPr id="1" name=""/>
        <p:cNvGrpSpPr/>
        <p:nvPr/>
      </p:nvGrpSpPr>
      <p:grpSpPr>
        <a:xfrm>
          <a:off x="0" y="0"/>
          <a:ext cx="0" cy="0"/>
          <a:chOff x="0" y="0"/>
          <a:chExt cx="0" cy="0"/>
        </a:xfrm>
      </p:grpSpPr>
      <p:sp>
        <p:nvSpPr>
          <p:cNvPr id="71" name="文本框"/>
          <p:cNvSpPr>
            <a:spLocks noGrp="1"/>
          </p:cNvSpPr>
          <p:nvPr>
            <p:ph type="title"/>
          </p:nvPr>
        </p:nvSpPr>
        <p:spPr>
          <a:xfrm>
            <a:off x="457200" y="114300"/>
            <a:ext cx="8229600" cy="742949"/>
          </a:xfrm>
          <a:prstGeom prst="rect">
            <a:avLst/>
          </a:prstGeom>
          <a:solidFill>
            <a:srgbClr val="93BAC3"/>
          </a:solidFill>
          <a:ln w="12700" cap="flat" cmpd="sng">
            <a:noFill/>
            <a:prstDash val="solid"/>
            <a:miter/>
          </a:ln>
        </p:spPr>
        <p:txBody>
          <a:bodyPr vert="horz" wrap="square" lIns="91440" tIns="45720" rIns="91440" bIns="45720" anchor="b" anchorCtr="0"/>
          <a:lstStyle/>
          <a:p>
            <a:pPr marL="0" indent="0" algn="ctr">
              <a:lnSpc>
                <a:spcPct val="100000"/>
              </a:lnSpc>
              <a:spcBef>
                <a:spcPts val="0"/>
              </a:spcBef>
              <a:spcAft>
                <a:spcPts val="0"/>
              </a:spcAft>
              <a:buNone/>
            </a:pPr>
            <a:r>
              <a:rPr lang="en-US" altLang="zh-CN"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Proposed Architecture  - Description</a:t>
            </a:r>
            <a:endParaRPr lang="zh-CN" altLang="en-US" sz="40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72" name="文本框"/>
          <p:cNvSpPr>
            <a:spLocks noGrp="1"/>
          </p:cNvSpPr>
          <p:nvPr>
            <p:ph type="ftr"/>
          </p:nvPr>
        </p:nvSpPr>
        <p:spPr>
          <a:xfrm>
            <a:off x="2895600" y="4767263"/>
            <a:ext cx="4035552" cy="376237"/>
          </a:xfrm>
          <a:prstGeom prst="rect">
            <a:avLst/>
          </a:prstGeom>
          <a:noFill/>
          <a:ln cap="flat" cmpd="sng">
            <a:noFill/>
            <a:prstDash val="solid"/>
            <a:miter/>
          </a:ln>
        </p:spPr>
        <p:txBody>
          <a:bodyPr vert="horz" wrap="square" lIns="91440" tIns="45720" rIns="91440" bIns="45720" anchor="t" anchorCtr="0"/>
          <a:lstStyle/>
          <a:p>
            <a:pPr marL="0" indent="0" algn="r" eaLnBrk="1" latinLnBrk="0" hangingPunct="1">
              <a:lnSpc>
                <a:spcPct val="100000"/>
              </a:lnSpc>
              <a:spcBef>
                <a:spcPts val="0"/>
              </a:spcBef>
              <a:spcAft>
                <a:spcPts val="0"/>
              </a:spcAft>
              <a:buNone/>
            </a:pPr>
            <a:r>
              <a:rPr lang="en-US" altLang="zh-CN"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rPr>
              <a:t>EGB1201 – JAVA PROGRAMMING –PROJECT REVIEW 1</a:t>
            </a:r>
            <a:endParaRPr lang="zh-CN" altLang="en-US"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endParaRPr>
          </a:p>
        </p:txBody>
      </p:sp>
      <p:sp>
        <p:nvSpPr>
          <p:cNvPr id="73" name="文本框"/>
          <p:cNvSpPr>
            <a:spLocks noGrp="1"/>
          </p:cNvSpPr>
          <p:nvPr>
            <p:ph type="sldNum"/>
          </p:nvPr>
        </p:nvSpPr>
        <p:spPr>
          <a:xfrm>
            <a:off x="612647" y="4767263"/>
            <a:ext cx="1981200" cy="274319"/>
          </a:xfrm>
          <a:prstGeom prst="rect">
            <a:avLst/>
          </a:prstGeom>
          <a:noFill/>
          <a:ln cap="flat" cmpd="sng">
            <a:noFill/>
            <a:prstDash val="solid"/>
            <a:miter/>
          </a:ln>
        </p:spPr>
        <p:txBody>
          <a:bodyPr vert="horz" wrap="square" lIns="91440" tIns="45720" rIns="91440" bIns="45720" anchor="t" anchorCtr="0"/>
          <a:lstStyle/>
          <a:p>
            <a:pPr marL="0" indent="0" algn="l" eaLnBrk="1" latinLnBrk="0" hangingPunct="1">
              <a:lnSpc>
                <a:spcPct val="100000"/>
              </a:lnSpc>
              <a:spcBef>
                <a:spcPts val="0"/>
              </a:spcBef>
              <a:spcAft>
                <a:spcPts val="0"/>
              </a:spcAft>
              <a:buNone/>
            </a:pPr>
            <a:fld id="{CAD2D6BD-DE1B-4B5F-8B41-2702339687B9}" type="slidenum">
              <a:rPr lang="en-US" altLang="zh-CN" sz="1400" b="0" i="0" u="none" strike="noStrike" kern="1200" cap="none" spc="0" baseline="0">
                <a:solidFill>
                  <a:schemeClr val="tx2"/>
                </a:solidFill>
                <a:latin typeface="Gill Sans MT" panose="020B0502020104020203" charset="0"/>
                <a:ea typeface="华文新魏" charset="0"/>
                <a:cs typeface="Gill Sans MT" panose="020B0502020104020203" charset="0"/>
              </a:rPr>
              <a:pPr marL="0" indent="0" algn="l" eaLnBrk="1" latinLnBrk="0" hangingPunct="1">
                <a:lnSpc>
                  <a:spcPct val="100000"/>
                </a:lnSpc>
                <a:spcBef>
                  <a:spcPts val="0"/>
                </a:spcBef>
                <a:spcAft>
                  <a:spcPts val="0"/>
                </a:spcAft>
                <a:buNone/>
              </a:pPr>
              <a:t>9</a:t>
            </a:fld>
            <a:endParaRPr lang="zh-CN" altLang="en-US" sz="1400" b="0" i="0" u="none" strike="noStrike" kern="1200" cap="none" spc="0" baseline="0">
              <a:solidFill>
                <a:schemeClr val="tx2"/>
              </a:solidFill>
              <a:latin typeface="Gill Sans MT" panose="020B0502020104020203" charset="0"/>
              <a:ea typeface="华文新魏" charset="0"/>
              <a:cs typeface="Gill Sans MT" panose="020B0502020104020203" charset="0"/>
            </a:endParaRPr>
          </a:p>
        </p:txBody>
      </p:sp>
      <p:sp>
        <p:nvSpPr>
          <p:cNvPr id="74" name="文本框"/>
          <p:cNvSpPr>
            <a:spLocks noGrp="1"/>
          </p:cNvSpPr>
          <p:nvPr>
            <p:ph type="body" idx="1"/>
          </p:nvPr>
        </p:nvSpPr>
        <p:spPr>
          <a:xfrm>
            <a:off x="457200" y="1352550"/>
            <a:ext cx="8229600" cy="3265170"/>
          </a:xfrm>
          <a:prstGeom prst="rect">
            <a:avLst/>
          </a:prstGeom>
          <a:noFill/>
          <a:ln w="12700" cap="flat" cmpd="sng">
            <a:noFill/>
            <a:prstDash val="solid"/>
            <a:miter/>
          </a:ln>
        </p:spPr>
        <p:txBody>
          <a:bodyPr vert="horz" wrap="square" lIns="91440" tIns="45720" rIns="91440" bIns="45720" anchor="t" anchorCtr="0"/>
          <a:lstStyle/>
          <a:p>
            <a:pPr algn="just">
              <a:buFont typeface="Wingdings" panose="05000000000000000000" charset="0"/>
              <a:buChar char="Ø"/>
            </a:pPr>
            <a:r>
              <a:rPr lang="en-US" altLang="zh-CN" sz="1800" b="1" dirty="0" smtClean="0">
                <a:latin typeface="Times New Roman" panose="02020603050405020304" pitchFamily="18" charset="0"/>
                <a:cs typeface="Times New Roman" panose="02020603050405020304" pitchFamily="18" charset="0"/>
              </a:rPr>
              <a:t>Booking Processing:</a:t>
            </a:r>
          </a:p>
          <a:p>
            <a:pPr algn="just">
              <a:buFont typeface="Wingdings" pitchFamily="2" charset="2"/>
              <a:buChar char="q"/>
            </a:pPr>
            <a:r>
              <a:rPr lang="en-US" altLang="zh-CN" sz="1600" dirty="0" smtClean="0">
                <a:latin typeface="Times New Roman" panose="02020603050405020304" pitchFamily="18" charset="0"/>
                <a:cs typeface="Times New Roman" panose="02020603050405020304" pitchFamily="18" charset="0"/>
              </a:rPr>
              <a:t>When a student submits a booking request, the system records the room type and student details.</a:t>
            </a:r>
          </a:p>
          <a:p>
            <a:pPr algn="just">
              <a:buFont typeface="Wingdings" pitchFamily="2" charset="2"/>
              <a:buChar char="q"/>
            </a:pPr>
            <a:r>
              <a:rPr lang="en-US" altLang="zh-CN" sz="1600" dirty="0" smtClean="0">
                <a:latin typeface="Times New Roman" panose="02020603050405020304" pitchFamily="18" charset="0"/>
                <a:cs typeface="Times New Roman" panose="02020603050405020304" pitchFamily="18" charset="0"/>
              </a:rPr>
              <a:t>The admin section checks the request and updates approval status based on availability.</a:t>
            </a:r>
          </a:p>
          <a:p>
            <a:pPr algn="just">
              <a:buFont typeface="Wingdings" pitchFamily="2" charset="2"/>
              <a:buChar char="q"/>
            </a:pPr>
            <a:r>
              <a:rPr lang="en-US" altLang="zh-CN" sz="1600" dirty="0" smtClean="0">
                <a:latin typeface="Times New Roman" panose="02020603050405020304" pitchFamily="18" charset="0"/>
                <a:cs typeface="Times New Roman" panose="02020603050405020304" pitchFamily="18" charset="0"/>
              </a:rPr>
              <a:t>Booking status (Approved/Rejected) is updated in the system and shown to the student.</a:t>
            </a:r>
          </a:p>
          <a:p>
            <a:pPr algn="just">
              <a:buFont typeface="Wingdings" panose="05000000000000000000" charset="0"/>
              <a:buChar char="Ø"/>
            </a:pPr>
            <a:r>
              <a:rPr lang="en-US" altLang="zh-CN" sz="1800" b="1" dirty="0" smtClean="0">
                <a:latin typeface="Times New Roman" panose="02020603050405020304" pitchFamily="18" charset="0"/>
                <a:cs typeface="Times New Roman" panose="02020603050405020304" pitchFamily="18" charset="0"/>
              </a:rPr>
              <a:t>Data Storage:</a:t>
            </a:r>
          </a:p>
          <a:p>
            <a:pPr algn="just">
              <a:buFont typeface="Wingdings" pitchFamily="2" charset="2"/>
              <a:buChar char="q"/>
            </a:pPr>
            <a:r>
              <a:rPr lang="en-US" altLang="zh-CN" sz="1600" dirty="0" smtClean="0">
                <a:latin typeface="Times New Roman" panose="02020603050405020304" pitchFamily="18" charset="0"/>
                <a:cs typeface="Times New Roman" panose="02020603050405020304" pitchFamily="18" charset="0"/>
              </a:rPr>
              <a:t>Student information, room details, and booking records are stored in a file or database.</a:t>
            </a:r>
          </a:p>
          <a:p>
            <a:pPr algn="just">
              <a:buFont typeface="Wingdings" pitchFamily="2" charset="2"/>
              <a:buChar char="q"/>
            </a:pPr>
            <a:r>
              <a:rPr lang="en-US" altLang="zh-CN" sz="1600" dirty="0" smtClean="0">
                <a:latin typeface="Times New Roman" panose="02020603050405020304" pitchFamily="18" charset="0"/>
                <a:cs typeface="Times New Roman" panose="02020603050405020304" pitchFamily="18" charset="0"/>
              </a:rPr>
              <a:t>The system updates room status (vacant/occupied) after each booking.</a:t>
            </a:r>
          </a:p>
          <a:p>
            <a:pPr algn="just">
              <a:buFont typeface="Wingdings" pitchFamily="2" charset="2"/>
              <a:buChar char="q"/>
            </a:pPr>
            <a:r>
              <a:rPr lang="en-US" altLang="zh-CN" sz="1600" dirty="0" err="1" smtClean="0">
                <a:latin typeface="Times New Roman" panose="02020603050405020304" pitchFamily="18" charset="0"/>
                <a:cs typeface="Times New Roman" panose="02020603050405020304" pitchFamily="18" charset="0"/>
              </a:rPr>
              <a:t>Admins</a:t>
            </a:r>
            <a:r>
              <a:rPr lang="en-US" altLang="zh-CN" sz="1600" dirty="0" smtClean="0">
                <a:latin typeface="Times New Roman" panose="02020603050405020304" pitchFamily="18" charset="0"/>
                <a:cs typeface="Times New Roman" panose="02020603050405020304" pitchFamily="18" charset="0"/>
              </a:rPr>
              <a:t> and students can access the latest data through the application interface.</a:t>
            </a:r>
            <a:endParaRPr lang="zh-CN" altLang="en-US" sz="1600" b="0" i="0" u="none" strike="noStrike" kern="1200" cap="none" spc="0" baseline="0" dirty="0">
              <a:solidFill>
                <a:schemeClr val="tx1"/>
              </a:solidFill>
              <a:latin typeface="Times New Roman" panose="02020603050405020304" pitchFamily="18" charset="0"/>
              <a:ea typeface="华文新魏"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mt="29000"/>
          </a:blip>
        </a:blipFill>
        <a:effectLst/>
      </p:bgPr>
    </p:bg>
    <p:spTree>
      <p:nvGrpSpPr>
        <p:cNvPr id="1" name=""/>
        <p:cNvGrpSpPr/>
        <p:nvPr/>
      </p:nvGrpSpPr>
      <p:grpSpPr>
        <a:xfrm>
          <a:off x="0" y="0"/>
          <a:ext cx="0" cy="0"/>
          <a:chOff x="0" y="0"/>
          <a:chExt cx="0" cy="0"/>
        </a:xfrm>
      </p:grpSpPr>
      <p:sp>
        <p:nvSpPr>
          <p:cNvPr id="75" name="文本框"/>
          <p:cNvSpPr>
            <a:spLocks noGrp="1"/>
          </p:cNvSpPr>
          <p:nvPr>
            <p:ph type="title"/>
          </p:nvPr>
        </p:nvSpPr>
        <p:spPr>
          <a:xfrm>
            <a:off x="457200" y="114300"/>
            <a:ext cx="8229600" cy="742949"/>
          </a:xfrm>
          <a:prstGeom prst="rect">
            <a:avLst/>
          </a:prstGeom>
          <a:solidFill>
            <a:srgbClr val="93BAC3"/>
          </a:solidFill>
          <a:ln w="12700" cap="flat" cmpd="sng">
            <a:noFill/>
            <a:prstDash val="solid"/>
            <a:miter/>
          </a:ln>
        </p:spPr>
        <p:txBody>
          <a:bodyPr vert="horz" wrap="square" lIns="91440" tIns="45720" rIns="91440" bIns="45720" anchor="b" anchorCtr="0"/>
          <a:lstStyle/>
          <a:p>
            <a:pPr marL="0" indent="0" algn="ctr">
              <a:lnSpc>
                <a:spcPct val="100000"/>
              </a:lnSpc>
              <a:spcBef>
                <a:spcPts val="0"/>
              </a:spcBef>
              <a:spcAft>
                <a:spcPts val="0"/>
              </a:spcAft>
              <a:buNone/>
            </a:pPr>
            <a:r>
              <a:rPr lang="en-US" altLang="zh-CN"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List of Modules</a:t>
            </a:r>
            <a:endParaRPr lang="zh-CN" altLang="en-US" sz="32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76" name="文本框"/>
          <p:cNvSpPr>
            <a:spLocks noGrp="1"/>
          </p:cNvSpPr>
          <p:nvPr>
            <p:ph type="ftr"/>
          </p:nvPr>
        </p:nvSpPr>
        <p:spPr>
          <a:xfrm>
            <a:off x="3124200" y="4767263"/>
            <a:ext cx="4038600" cy="376237"/>
          </a:xfrm>
          <a:prstGeom prst="rect">
            <a:avLst/>
          </a:prstGeom>
          <a:noFill/>
          <a:ln cap="flat" cmpd="sng">
            <a:noFill/>
            <a:prstDash val="solid"/>
            <a:miter/>
          </a:ln>
        </p:spPr>
        <p:txBody>
          <a:bodyPr vert="horz" wrap="square" lIns="91440" tIns="45720" rIns="91440" bIns="45720" anchor="t" anchorCtr="0"/>
          <a:lstStyle/>
          <a:p>
            <a:pPr marL="0" indent="0" algn="r" eaLnBrk="1" latinLnBrk="0" hangingPunct="1">
              <a:lnSpc>
                <a:spcPct val="100000"/>
              </a:lnSpc>
              <a:spcBef>
                <a:spcPts val="0"/>
              </a:spcBef>
              <a:spcAft>
                <a:spcPts val="0"/>
              </a:spcAft>
              <a:buNone/>
            </a:pPr>
            <a:r>
              <a:rPr lang="en-US" altLang="zh-CN"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rPr>
              <a:t>EGB1201 – JAVA PROGRAMMING –PROJECT REVIEW 1</a:t>
            </a:r>
            <a:endParaRPr lang="zh-CN" altLang="en-US"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endParaRPr>
          </a:p>
        </p:txBody>
      </p:sp>
      <p:sp>
        <p:nvSpPr>
          <p:cNvPr id="77" name="文本框"/>
          <p:cNvSpPr>
            <a:spLocks noGrp="1"/>
          </p:cNvSpPr>
          <p:nvPr>
            <p:ph type="sldNum"/>
          </p:nvPr>
        </p:nvSpPr>
        <p:spPr>
          <a:xfrm>
            <a:off x="612647" y="4767263"/>
            <a:ext cx="1981200" cy="274319"/>
          </a:xfrm>
          <a:prstGeom prst="rect">
            <a:avLst/>
          </a:prstGeom>
          <a:noFill/>
          <a:ln cap="flat" cmpd="sng">
            <a:noFill/>
            <a:prstDash val="solid"/>
            <a:miter/>
          </a:ln>
        </p:spPr>
        <p:txBody>
          <a:bodyPr vert="horz" wrap="square" lIns="91440" tIns="45720" rIns="91440" bIns="45720" anchor="t" anchorCtr="0"/>
          <a:lstStyle/>
          <a:p>
            <a:pPr marL="0" indent="0" algn="l" eaLnBrk="1" latinLnBrk="0" hangingPunct="1">
              <a:lnSpc>
                <a:spcPct val="100000"/>
              </a:lnSpc>
              <a:spcBef>
                <a:spcPts val="0"/>
              </a:spcBef>
              <a:spcAft>
                <a:spcPts val="0"/>
              </a:spcAft>
              <a:buNone/>
            </a:pPr>
            <a:fld id="{CAD2D6BD-DE1B-4B5F-8B41-2702339687B9}" type="slidenum">
              <a:rPr lang="en-US" altLang="zh-CN" sz="1400" b="0" i="0" u="none" strike="noStrike" kern="1200" cap="none" spc="0" baseline="0">
                <a:solidFill>
                  <a:schemeClr val="tx2"/>
                </a:solidFill>
                <a:latin typeface="Gill Sans MT" panose="020B0502020104020203" charset="0"/>
                <a:ea typeface="华文新魏" charset="0"/>
                <a:cs typeface="Gill Sans MT" panose="020B0502020104020203" charset="0"/>
              </a:rPr>
              <a:pPr marL="0" indent="0" algn="l" eaLnBrk="1" latinLnBrk="0" hangingPunct="1">
                <a:lnSpc>
                  <a:spcPct val="100000"/>
                </a:lnSpc>
                <a:spcBef>
                  <a:spcPts val="0"/>
                </a:spcBef>
                <a:spcAft>
                  <a:spcPts val="0"/>
                </a:spcAft>
                <a:buNone/>
              </a:pPr>
              <a:t>10</a:t>
            </a:fld>
            <a:endParaRPr lang="zh-CN" altLang="en-US" sz="1400" b="0" i="0" u="none" strike="noStrike" kern="1200" cap="none" spc="0" baseline="0">
              <a:solidFill>
                <a:schemeClr val="tx2"/>
              </a:solidFill>
              <a:latin typeface="Gill Sans MT" panose="020B0502020104020203" charset="0"/>
              <a:ea typeface="华文新魏" charset="0"/>
              <a:cs typeface="Gill Sans MT" panose="020B0502020104020203" charset="0"/>
            </a:endParaRPr>
          </a:p>
        </p:txBody>
      </p:sp>
      <p:sp>
        <p:nvSpPr>
          <p:cNvPr id="78" name="文本框"/>
          <p:cNvSpPr>
            <a:spLocks noGrp="1"/>
          </p:cNvSpPr>
          <p:nvPr>
            <p:ph type="body" idx="1"/>
          </p:nvPr>
        </p:nvSpPr>
        <p:spPr>
          <a:xfrm>
            <a:off x="457200" y="1200150"/>
            <a:ext cx="8229600" cy="3417570"/>
          </a:xfrm>
          <a:prstGeom prst="rect">
            <a:avLst/>
          </a:prstGeom>
          <a:noFill/>
          <a:ln w="12700" cap="flat" cmpd="sng">
            <a:noFill/>
            <a:prstDash val="solid"/>
            <a:miter/>
          </a:ln>
        </p:spPr>
        <p:txBody>
          <a:bodyPr vert="horz" wrap="square" lIns="91440" tIns="45720" rIns="91440" bIns="45720" anchor="t" anchorCtr="0"/>
          <a:lstStyle/>
          <a:p>
            <a:pPr algn="just">
              <a:buNone/>
            </a:pPr>
            <a:r>
              <a:rPr lang="en-US" altLang="zh-CN" sz="1600" b="1" dirty="0" smtClean="0">
                <a:solidFill>
                  <a:srgbClr val="0D0D0D"/>
                </a:solidFill>
                <a:latin typeface="Times New Roman" panose="02020603050405020304" pitchFamily="18" charset="0"/>
                <a:cs typeface="Times New Roman" panose="02020603050405020304" pitchFamily="18" charset="0"/>
              </a:rPr>
              <a:t>Student Management:</a:t>
            </a:r>
          </a:p>
          <a:p>
            <a:pPr algn="just">
              <a:buFont typeface="Wingdings" panose="05000000000000000000" charset="0"/>
              <a:buChar char="Ø"/>
            </a:pPr>
            <a:r>
              <a:rPr lang="en-US" altLang="zh-CN" sz="1600" dirty="0" smtClean="0">
                <a:solidFill>
                  <a:srgbClr val="0D0D0D"/>
                </a:solidFill>
                <a:latin typeface="Times New Roman" panose="02020603050405020304" pitchFamily="18" charset="0"/>
                <a:cs typeface="Times New Roman" panose="02020603050405020304" pitchFamily="18" charset="0"/>
              </a:rPr>
              <a:t>For student registration, login, room browsing and application for hostel booking.</a:t>
            </a:r>
          </a:p>
          <a:p>
            <a:pPr algn="just">
              <a:buNone/>
            </a:pPr>
            <a:r>
              <a:rPr lang="en-US" altLang="zh-CN" sz="1600" b="1" dirty="0" smtClean="0">
                <a:solidFill>
                  <a:srgbClr val="0D0D0D"/>
                </a:solidFill>
                <a:latin typeface="Times New Roman" panose="02020603050405020304" pitchFamily="18" charset="0"/>
                <a:cs typeface="Times New Roman" panose="02020603050405020304" pitchFamily="18" charset="0"/>
              </a:rPr>
              <a:t>Room Management:</a:t>
            </a:r>
          </a:p>
          <a:p>
            <a:pPr algn="just">
              <a:buFont typeface="Wingdings" panose="05000000000000000000" charset="0"/>
              <a:buChar char="Ø"/>
            </a:pPr>
            <a:r>
              <a:rPr lang="en-US" altLang="zh-CN" sz="1600" dirty="0" err="1" smtClean="0">
                <a:solidFill>
                  <a:srgbClr val="0D0D0D"/>
                </a:solidFill>
                <a:latin typeface="Times New Roman" panose="02020603050405020304" pitchFamily="18" charset="0"/>
                <a:cs typeface="Times New Roman" panose="02020603050405020304" pitchFamily="18" charset="0"/>
              </a:rPr>
              <a:t>Admins</a:t>
            </a:r>
            <a:r>
              <a:rPr lang="en-US" altLang="zh-CN" sz="1600" dirty="0" smtClean="0">
                <a:solidFill>
                  <a:srgbClr val="0D0D0D"/>
                </a:solidFill>
                <a:latin typeface="Times New Roman" panose="02020603050405020304" pitchFamily="18" charset="0"/>
                <a:cs typeface="Times New Roman" panose="02020603050405020304" pitchFamily="18" charset="0"/>
              </a:rPr>
              <a:t> can add, edit, delete room details and update AC/Non-AC room availability.</a:t>
            </a:r>
          </a:p>
          <a:p>
            <a:pPr algn="just">
              <a:buNone/>
            </a:pPr>
            <a:r>
              <a:rPr lang="en-US" altLang="zh-CN" sz="1600" b="1" dirty="0" smtClean="0">
                <a:solidFill>
                  <a:srgbClr val="0D0D0D"/>
                </a:solidFill>
                <a:latin typeface="Times New Roman" panose="02020603050405020304" pitchFamily="18" charset="0"/>
                <a:cs typeface="Times New Roman" panose="02020603050405020304" pitchFamily="18" charset="0"/>
              </a:rPr>
              <a:t>Booking Management:</a:t>
            </a:r>
          </a:p>
          <a:p>
            <a:pPr algn="just">
              <a:buFont typeface="Wingdings" panose="05000000000000000000" charset="0"/>
              <a:buChar char="Ø"/>
            </a:pPr>
            <a:r>
              <a:rPr lang="en-US" altLang="zh-CN" sz="1600" dirty="0" smtClean="0">
                <a:solidFill>
                  <a:srgbClr val="0D0D0D"/>
                </a:solidFill>
                <a:latin typeface="Times New Roman" panose="02020603050405020304" pitchFamily="18" charset="0"/>
                <a:cs typeface="Times New Roman" panose="02020603050405020304" pitchFamily="18" charset="0"/>
              </a:rPr>
              <a:t>Handles booking requests made by students and stores booking data temporarily until approval.</a:t>
            </a:r>
          </a:p>
          <a:p>
            <a:pPr algn="just">
              <a:buNone/>
            </a:pPr>
            <a:r>
              <a:rPr lang="en-US" altLang="zh-CN" sz="1600" b="1" dirty="0" smtClean="0">
                <a:solidFill>
                  <a:srgbClr val="0D0D0D"/>
                </a:solidFill>
                <a:latin typeface="Times New Roman" panose="02020603050405020304" pitchFamily="18" charset="0"/>
                <a:cs typeface="Times New Roman" panose="02020603050405020304" pitchFamily="18" charset="0"/>
              </a:rPr>
              <a:t>Admin Panel:</a:t>
            </a:r>
          </a:p>
          <a:p>
            <a:pPr algn="just">
              <a:buFont typeface="Wingdings" panose="05000000000000000000" charset="0"/>
              <a:buChar char="Ø"/>
            </a:pPr>
            <a:r>
              <a:rPr lang="en-US" altLang="zh-CN" sz="1600" dirty="0" smtClean="0">
                <a:solidFill>
                  <a:srgbClr val="0D0D0D"/>
                </a:solidFill>
                <a:latin typeface="Times New Roman" panose="02020603050405020304" pitchFamily="18" charset="0"/>
                <a:cs typeface="Times New Roman" panose="02020603050405020304" pitchFamily="18" charset="0"/>
              </a:rPr>
              <a:t>Allows admin to view student requests, </a:t>
            </a:r>
            <a:r>
              <a:rPr lang="en-US" altLang="zh-CN" sz="1600" dirty="0" smtClean="0">
                <a:solidFill>
                  <a:srgbClr val="0D0D0D"/>
                </a:solidFill>
                <a:latin typeface="Times New Roman" panose="02020603050405020304" pitchFamily="18" charset="0"/>
                <a:cs typeface="Times New Roman" panose="02020603050405020304" pitchFamily="18" charset="0"/>
              </a:rPr>
              <a:t>waiting list or Approve</a:t>
            </a:r>
            <a:r>
              <a:rPr lang="en-US" altLang="zh-CN" sz="1600" dirty="0" smtClean="0">
                <a:solidFill>
                  <a:srgbClr val="0D0D0D"/>
                </a:solidFill>
                <a:latin typeface="Times New Roman" panose="02020603050405020304" pitchFamily="18" charset="0"/>
                <a:cs typeface="Times New Roman" panose="02020603050405020304" pitchFamily="18" charset="0"/>
              </a:rPr>
              <a:t> </a:t>
            </a:r>
            <a:r>
              <a:rPr lang="en-US" altLang="zh-CN" sz="1600" dirty="0" smtClean="0">
                <a:solidFill>
                  <a:srgbClr val="0D0D0D"/>
                </a:solidFill>
                <a:latin typeface="Times New Roman" panose="02020603050405020304" pitchFamily="18" charset="0"/>
                <a:cs typeface="Times New Roman" panose="02020603050405020304" pitchFamily="18" charset="0"/>
              </a:rPr>
              <a:t>bookings </a:t>
            </a:r>
            <a:r>
              <a:rPr lang="en-US" altLang="zh-CN" sz="1600" dirty="0" smtClean="0">
                <a:solidFill>
                  <a:srgbClr val="0D0D0D"/>
                </a:solidFill>
                <a:latin typeface="Times New Roman" panose="02020603050405020304" pitchFamily="18" charset="0"/>
                <a:cs typeface="Times New Roman" panose="02020603050405020304" pitchFamily="18" charset="0"/>
              </a:rPr>
              <a:t>and manage rooms.</a:t>
            </a:r>
          </a:p>
          <a:p>
            <a:pPr algn="just">
              <a:buNone/>
            </a:pPr>
            <a:r>
              <a:rPr lang="en-US" altLang="zh-CN" sz="1600" b="1" dirty="0" smtClean="0">
                <a:solidFill>
                  <a:srgbClr val="0D0D0D"/>
                </a:solidFill>
                <a:latin typeface="Times New Roman" panose="02020603050405020304" pitchFamily="18" charset="0"/>
                <a:cs typeface="Times New Roman" panose="02020603050405020304" pitchFamily="18" charset="0"/>
              </a:rPr>
              <a:t>Room Allocation:</a:t>
            </a:r>
          </a:p>
          <a:p>
            <a:pPr algn="just">
              <a:buFont typeface="Wingdings" panose="05000000000000000000" charset="0"/>
              <a:buChar char="Ø"/>
            </a:pPr>
            <a:r>
              <a:rPr lang="en-US" altLang="zh-CN" sz="1600" dirty="0" smtClean="0">
                <a:solidFill>
                  <a:srgbClr val="0D0D0D"/>
                </a:solidFill>
                <a:latin typeface="Times New Roman" panose="02020603050405020304" pitchFamily="18" charset="0"/>
                <a:cs typeface="Times New Roman" panose="02020603050405020304" pitchFamily="18" charset="0"/>
              </a:rPr>
              <a:t>Allocates rooms to students after approval and updates the room status in the system.</a:t>
            </a:r>
            <a:endParaRPr lang="zh-CN" altLang="en-US" sz="1600" b="0" i="0" u="none" strike="noStrike" kern="1200" cap="none" spc="0" baseline="0" dirty="0">
              <a:solidFill>
                <a:srgbClr val="0D0D0D"/>
              </a:solidFill>
              <a:latin typeface="Times New Roman" panose="02020603050405020304" pitchFamily="18" charset="0"/>
              <a:ea typeface="华文新魏"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mt="29000"/>
          </a:blip>
        </a:blipFill>
        <a:effectLst/>
      </p:bgPr>
    </p:bg>
    <p:spTree>
      <p:nvGrpSpPr>
        <p:cNvPr id="1" name=""/>
        <p:cNvGrpSpPr/>
        <p:nvPr/>
      </p:nvGrpSpPr>
      <p:grpSpPr>
        <a:xfrm>
          <a:off x="0" y="0"/>
          <a:ext cx="0" cy="0"/>
          <a:chOff x="0" y="0"/>
          <a:chExt cx="0" cy="0"/>
        </a:xfrm>
      </p:grpSpPr>
      <p:sp>
        <p:nvSpPr>
          <p:cNvPr id="87" name="文本框"/>
          <p:cNvSpPr>
            <a:spLocks noGrp="1"/>
          </p:cNvSpPr>
          <p:nvPr>
            <p:ph type="title"/>
          </p:nvPr>
        </p:nvSpPr>
        <p:spPr>
          <a:xfrm>
            <a:off x="457200" y="171450"/>
            <a:ext cx="8229600" cy="685800"/>
          </a:xfrm>
          <a:prstGeom prst="rect">
            <a:avLst/>
          </a:prstGeom>
          <a:solidFill>
            <a:srgbClr val="93BAC3"/>
          </a:solidFill>
          <a:ln w="12700" cap="flat" cmpd="sng">
            <a:noFill/>
            <a:prstDash val="solid"/>
            <a:miter/>
          </a:ln>
        </p:spPr>
        <p:txBody>
          <a:bodyPr vert="horz" wrap="square" lIns="91440" tIns="45720" rIns="91440" bIns="45720" anchor="b" anchorCtr="0"/>
          <a:lstStyle/>
          <a:p>
            <a:pPr marL="0" indent="0" algn="ctr">
              <a:lnSpc>
                <a:spcPct val="100000"/>
              </a:lnSpc>
              <a:spcBef>
                <a:spcPts val="0"/>
              </a:spcBef>
              <a:spcAft>
                <a:spcPts val="0"/>
              </a:spcAft>
              <a:buNone/>
            </a:pPr>
            <a:r>
              <a:rPr lang="en-US" altLang="zh-CN" sz="40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Thank  You</a:t>
            </a:r>
            <a:endParaRPr lang="zh-CN" altLang="en-US" sz="3600" b="1" i="0" u="none" strike="noStrike" kern="1200" cap="none"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88" name="文本框"/>
          <p:cNvSpPr>
            <a:spLocks noGrp="1"/>
          </p:cNvSpPr>
          <p:nvPr>
            <p:ph type="ftr"/>
          </p:nvPr>
        </p:nvSpPr>
        <p:spPr>
          <a:xfrm>
            <a:off x="2971799" y="4767263"/>
            <a:ext cx="4111751" cy="376237"/>
          </a:xfrm>
          <a:prstGeom prst="rect">
            <a:avLst/>
          </a:prstGeom>
          <a:noFill/>
          <a:ln cap="flat" cmpd="sng">
            <a:noFill/>
            <a:prstDash val="solid"/>
            <a:miter/>
          </a:ln>
        </p:spPr>
        <p:txBody>
          <a:bodyPr vert="horz" wrap="square" lIns="91440" tIns="45720" rIns="91440" bIns="45720" anchor="t" anchorCtr="0"/>
          <a:lstStyle/>
          <a:p>
            <a:pPr marL="0" indent="0" algn="r" eaLnBrk="1" latinLnBrk="0" hangingPunct="1">
              <a:lnSpc>
                <a:spcPct val="100000"/>
              </a:lnSpc>
              <a:spcBef>
                <a:spcPts val="0"/>
              </a:spcBef>
              <a:spcAft>
                <a:spcPts val="0"/>
              </a:spcAft>
              <a:buNone/>
            </a:pPr>
            <a:r>
              <a:rPr lang="en-US" altLang="zh-CN"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rPr>
              <a:t>EGB1201 – JAVA PROGRAMMING –PROJECT REVIEW 1</a:t>
            </a:r>
            <a:endParaRPr lang="zh-CN" altLang="en-US" sz="1200" b="0" i="0" u="none" strike="noStrike" kern="1200" cap="none" spc="0" baseline="0">
              <a:solidFill>
                <a:schemeClr val="tx2"/>
              </a:solidFill>
              <a:latin typeface="Times New Roman" panose="02020603050405020304" pitchFamily="18" charset="0"/>
              <a:ea typeface="华文新魏" charset="0"/>
              <a:cs typeface="Times New Roman" panose="02020603050405020304" pitchFamily="18" charset="0"/>
            </a:endParaRPr>
          </a:p>
        </p:txBody>
      </p:sp>
      <p:sp>
        <p:nvSpPr>
          <p:cNvPr id="89" name="文本框"/>
          <p:cNvSpPr>
            <a:spLocks noGrp="1"/>
          </p:cNvSpPr>
          <p:nvPr>
            <p:ph type="sldNum"/>
          </p:nvPr>
        </p:nvSpPr>
        <p:spPr>
          <a:xfrm>
            <a:off x="612647" y="4767263"/>
            <a:ext cx="1981200" cy="274319"/>
          </a:xfrm>
          <a:prstGeom prst="rect">
            <a:avLst/>
          </a:prstGeom>
          <a:noFill/>
          <a:ln cap="flat" cmpd="sng">
            <a:noFill/>
            <a:prstDash val="solid"/>
            <a:miter/>
          </a:ln>
        </p:spPr>
        <p:txBody>
          <a:bodyPr vert="horz" wrap="square" lIns="91440" tIns="45720" rIns="91440" bIns="45720" anchor="t" anchorCtr="0"/>
          <a:lstStyle/>
          <a:p>
            <a:pPr marL="0" indent="0" algn="l" eaLnBrk="1" latinLnBrk="0" hangingPunct="1">
              <a:lnSpc>
                <a:spcPct val="100000"/>
              </a:lnSpc>
              <a:spcBef>
                <a:spcPts val="0"/>
              </a:spcBef>
              <a:spcAft>
                <a:spcPts val="0"/>
              </a:spcAft>
              <a:buNone/>
            </a:pPr>
            <a:fld id="{CAD2D6BD-DE1B-4B5F-8B41-2702339687B9}" type="slidenum">
              <a:rPr lang="en-US" altLang="zh-CN" sz="1400" b="0" i="0" u="none" strike="noStrike" kern="1200" cap="none" spc="0" baseline="0">
                <a:solidFill>
                  <a:schemeClr val="tx2"/>
                </a:solidFill>
                <a:latin typeface="Gill Sans MT" panose="020B0502020104020203" charset="0"/>
                <a:ea typeface="华文新魏" charset="0"/>
                <a:cs typeface="Gill Sans MT" panose="020B0502020104020203" charset="0"/>
              </a:rPr>
              <a:pPr marL="0" indent="0" algn="l" eaLnBrk="1" latinLnBrk="0" hangingPunct="1">
                <a:lnSpc>
                  <a:spcPct val="100000"/>
                </a:lnSpc>
                <a:spcBef>
                  <a:spcPts val="0"/>
                </a:spcBef>
                <a:spcAft>
                  <a:spcPts val="0"/>
                </a:spcAft>
                <a:buNone/>
              </a:pPr>
              <a:t>11</a:t>
            </a:fld>
            <a:endParaRPr lang="zh-CN" altLang="en-US" sz="1400" b="0" i="0" u="none" strike="noStrike" kern="1200" cap="none" spc="0" baseline="0">
              <a:solidFill>
                <a:schemeClr val="tx2"/>
              </a:solidFill>
              <a:latin typeface="Gill Sans MT" panose="020B0502020104020203" charset="0"/>
              <a:ea typeface="华文新魏" charset="0"/>
              <a:cs typeface="Gill Sans MT" panose="020B0502020104020203" charset="0"/>
            </a:endParaRPr>
          </a:p>
        </p:txBody>
      </p:sp>
      <p:sp>
        <p:nvSpPr>
          <p:cNvPr id="90" name="矩形"/>
          <p:cNvSpPr/>
          <p:nvPr/>
        </p:nvSpPr>
        <p:spPr>
          <a:xfrm>
            <a:off x="0" y="2099871"/>
            <a:ext cx="9144000" cy="1664258"/>
          </a:xfrm>
          <a:prstGeom prst="rect">
            <a:avLst/>
          </a:prstGeom>
          <a:solidFill>
            <a:srgbClr val="ECF0CA"/>
          </a:solidFill>
          <a:ln w="12700" cap="flat" cmpd="sng">
            <a:noFill/>
            <a:prstDash val="solid"/>
            <a:miter/>
          </a:ln>
        </p:spPr>
        <p:txBody>
          <a:bodyPr vert="horz" wrap="square" lIns="91440" tIns="45720" rIns="91440" bIns="45720" anchor="t" anchorCtr="0"/>
          <a:lstStyle/>
          <a:p>
            <a:pPr marL="0" indent="0" algn="ctr" defTabSz="342900" eaLnBrk="1" latinLnBrk="0" hangingPunct="1">
              <a:lnSpc>
                <a:spcPct val="100000"/>
              </a:lnSpc>
              <a:spcBef>
                <a:spcPts val="0"/>
              </a:spcBef>
              <a:spcAft>
                <a:spcPts val="0"/>
              </a:spcAft>
              <a:buNone/>
            </a:pPr>
            <a:endParaRPr lang="en-US" altLang="zh-CN" sz="3600" b="0" i="0" u="none" strike="noStrike" kern="1200" cap="all" spc="0" baseline="0">
              <a:solidFill>
                <a:schemeClr val="bg1"/>
              </a:solidFill>
              <a:latin typeface="Bookman Old Style" panose="02050604050505020204" charset="0"/>
              <a:ea typeface="SimSun" panose="02010600030101010101" pitchFamily="2" charset="-122"/>
              <a:cs typeface="Bookman Old Style" panose="02050604050505020204" charset="0"/>
            </a:endParaRPr>
          </a:p>
          <a:p>
            <a:pPr marL="0" indent="0" algn="ctr" defTabSz="342900" eaLnBrk="1" latinLnBrk="0" hangingPunct="1">
              <a:lnSpc>
                <a:spcPct val="100000"/>
              </a:lnSpc>
              <a:spcBef>
                <a:spcPts val="0"/>
              </a:spcBef>
              <a:spcAft>
                <a:spcPts val="0"/>
              </a:spcAft>
              <a:buNone/>
            </a:pPr>
            <a:r>
              <a:rPr lang="en-US" altLang="zh-CN" sz="3600" b="1" i="0" u="none" strike="noStrike" kern="1200" cap="all"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rPr>
              <a:t>Any queries??? </a:t>
            </a:r>
            <a:endParaRPr lang="zh-CN" altLang="en-US" sz="3600" b="1" i="0" u="none" strike="noStrike" kern="1200" cap="all" spc="0" baseline="0">
              <a:solidFill>
                <a:schemeClr val="tx1"/>
              </a:solidFill>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rigin">
  <a:themeElements>
    <a:clrScheme name="Origin">
      <a:dk1>
        <a:srgbClr val="000000"/>
      </a:dk1>
      <a:lt1>
        <a:srgbClr val="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
        <a:ea typeface=""/>
        <a:cs typeface=""/>
      </a:majorFont>
      <a:minorFont>
        <a:latin typeface=""/>
        <a:ea typeface=""/>
        <a:cs typeface=""/>
      </a:minorFont>
    </a:fontScheme>
    <a:fmtScheme name="Origin">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notesMaster1">
  <a:themeElements>
    <a:clrScheme name="notesMaster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handoutMaster1">
  <a:themeElements>
    <a:clrScheme name="handoutMaster1">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handoutMaster1">
      <a:majorFont>
        <a:latin typeface=""/>
        <a:ea typeface=""/>
        <a:cs typeface=""/>
      </a:majorFont>
      <a:minorFont>
        <a:latin typeface=""/>
        <a:ea typeface=""/>
        <a:cs typeface=""/>
      </a:minorFont>
    </a:fontScheme>
    <a:fmtScheme name="handout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Normal.eit</Template>
  <TotalTime>232</TotalTime>
  <Words>829</Words>
  <Application>Microsoft Office PowerPoint</Application>
  <PresentationFormat>On-screen Show (16:9)</PresentationFormat>
  <Paragraphs>136</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Origin</vt:lpstr>
      <vt:lpstr>EGB1201 – JAVA PROGRAMMING PROJECT REVIEW-1</vt:lpstr>
      <vt:lpstr>Title of the Project</vt:lpstr>
      <vt:lpstr>Abstract </vt:lpstr>
      <vt:lpstr>Abstract with CO/PO Mapping</vt:lpstr>
      <vt:lpstr>Introduction</vt:lpstr>
      <vt:lpstr>Java Programming  - Concepts Used</vt:lpstr>
      <vt:lpstr>Proposed Architecture</vt:lpstr>
      <vt:lpstr>Proposed Architecture - Description</vt:lpstr>
      <vt:lpstr>Proposed Architecture  - Description</vt:lpstr>
      <vt:lpstr>List of Modules</vt:lpstr>
      <vt:lpstr>Thank  You</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EGB1201 – JAVA PROGRAMMING PROJECT REVIEW-1</dc:title>
  <dc:creator>HP</dc:creator>
  <cp:lastModifiedBy>admin</cp:lastModifiedBy>
  <cp:revision>29</cp:revision>
  <dcterms:created xsi:type="dcterms:W3CDTF">2024-09-22T10:27:35Z</dcterms:created>
  <dcterms:modified xsi:type="dcterms:W3CDTF">2025-09-17T16:22:07Z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2F9871EE4A9246A2AB9E24C3540D3DDC_13</vt:lpwstr>
  </property>
  <property fmtid="{D5CDD505-2E9C-101B-9397-08002B2CF9AE}" pid="3" name="KSOProductBuildVer">
    <vt:lpwstr>1033-12.2.0.18283</vt:lpwstr>
  </property>
</Properties>
</file>